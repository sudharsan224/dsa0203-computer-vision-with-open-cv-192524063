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4" r:id="rId4"/>
    <p:sldId id="263" r:id="rId5"/>
    <p:sldId id="280" r:id="rId6"/>
    <p:sldId id="277" r:id="rId7"/>
    <p:sldId id="279" r:id="rId8"/>
    <p:sldId id="276" r:id="rId9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89AE2-910C-4FBF-9A0D-513ACEDA808E}" v="11" dt="2026-07-30T08:30:11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0" autoAdjust="0"/>
    <p:restoredTop sz="98954" autoAdjust="0"/>
  </p:normalViewPr>
  <p:slideViewPr>
    <p:cSldViewPr snapToGrid="0" showGuides="1">
      <p:cViewPr varScale="1">
        <p:scale>
          <a:sx n="82" d="100"/>
          <a:sy n="82" d="100"/>
        </p:scale>
        <p:origin x="499" y="72"/>
      </p:cViewPr>
      <p:guideLst>
        <p:guide orient="horz" pos="2122"/>
        <p:guide pos="3813"/>
      </p:guideLst>
    </p:cSldViewPr>
  </p:slideViewPr>
  <p:outlineViewPr>
    <p:cViewPr>
      <p:scale>
        <a:sx n="33" d="100"/>
        <a:sy n="33" d="100"/>
      </p:scale>
      <p:origin x="44" y="678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866" y="2737318"/>
            <a:ext cx="10284267" cy="18312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Stripe Noise from a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Pushbroom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Sensor Image</a:t>
            </a:r>
            <a:b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DSA0203-computer Vision With Open </a:t>
            </a:r>
            <a:r>
              <a:rPr lang="en-US" alt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Cv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313" y="5137685"/>
            <a:ext cx="3517641" cy="1625403"/>
          </a:xfrm>
        </p:spPr>
        <p:txBody>
          <a:bodyPr>
            <a:noAutofit/>
          </a:bodyPr>
          <a:lstStyle/>
          <a:p>
            <a:pPr algn="l"/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Sudharsan.D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-(192524063)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15A65-799C-A6A0-7885-8BBE75A4DC65}"/>
              </a:ext>
            </a:extLst>
          </p:cNvPr>
          <p:cNvSpPr txBox="1"/>
          <p:nvPr/>
        </p:nvSpPr>
        <p:spPr>
          <a:xfrm>
            <a:off x="9290182" y="5225928"/>
            <a:ext cx="45191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Guidanced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 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Narenthirakumar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9" name="Google Shape;88;p1" descr="Picture 2">
            <a:extLst>
              <a:ext uri="{FF2B5EF4-FFF2-40B4-BE49-F238E27FC236}">
                <a16:creationId xmlns:a16="http://schemas.microsoft.com/office/drawing/2014/main" id="{A71FEEFC-6ABE-9C4B-C007-B2486D419B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51141"/>
            <a:ext cx="12192000" cy="13809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056D5F-91A0-B977-CF6F-BF26F3D1C384}"/>
              </a:ext>
            </a:extLst>
          </p:cNvPr>
          <p:cNvSpPr txBox="1"/>
          <p:nvPr/>
        </p:nvSpPr>
        <p:spPr>
          <a:xfrm>
            <a:off x="924910" y="2087172"/>
            <a:ext cx="1075390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Stripe Noise?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noise appears as unwanted horizontal or vertical lines in satellite images.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caused by differences in the response of detector elements in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pushbroom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noise reduces image quality and affects image interpretation.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remove stripe noise.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image quality while preserving important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11B88B-3C1C-A585-C0C1-E8C1C598E1C8}"/>
              </a:ext>
            </a:extLst>
          </p:cNvPr>
          <p:cNvSpPr txBox="1"/>
          <p:nvPr/>
        </p:nvSpPr>
        <p:spPr>
          <a:xfrm>
            <a:off x="790770" y="1894114"/>
            <a:ext cx="83718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Pushbroom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sensors often produce striped patterns due to detector calibration errors.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stripes make it difficult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land cover, vegetation, roads, and water bodies.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 image details.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only the stripe noise.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blurring the image.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902C6B-C1D9-B9DD-501B-2649232FE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453" y="1894114"/>
            <a:ext cx="3129556" cy="44786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5098C1-690D-6863-ADE1-9F8C02A94591}"/>
              </a:ext>
            </a:extLst>
          </p:cNvPr>
          <p:cNvSpPr txBox="1"/>
          <p:nvPr/>
        </p:nvSpPr>
        <p:spPr>
          <a:xfrm>
            <a:off x="1302397" y="1668465"/>
            <a:ext cx="68805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the satellite image.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stripe noise.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preprocessing.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filtering techniques such as: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 the cleaned image.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image quality.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s://images.openai.com/static-rsc-4/9regQcMXeDWJp8V9BqiD4ssqnMGMrlGp9bT4qOxwSOCx0cQK179CYNuxw-SgWv4gTPhEBauSJqFx-QfVMIP8k8SRGeE0TKtjS7icoOBHoSKJ_AgmEV8Ma7CuxbzvTRjZx_YubGP5XU9rb6rewCrDwiQLtyhSXcmUPIeMwmDt1N-Tj2SYT0reLEaeKDZqRQC_?purpose=fullsize">
            <a:extLst>
              <a:ext uri="{FF2B5EF4-FFF2-40B4-BE49-F238E27FC236}">
                <a16:creationId xmlns:a16="http://schemas.microsoft.com/office/drawing/2014/main" id="{5CABE6DF-F080-AC09-63D8-5F283D8C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432" y="2945938"/>
            <a:ext cx="4846050" cy="2725705"/>
          </a:xfrm>
          <a:prstGeom prst="rect">
            <a:avLst/>
          </a:prstGeom>
        </p:spPr>
      </p:pic>
      <p:pic>
        <p:nvPicPr>
          <p:cNvPr id="6" name="Picture 5" descr="https://images.openai.com/static-rsc-4/fcCOg4BJirpOeulyHZEkrIwjd3g931rMO7aSqivFQvaAzpSan41LFoghxQLJWRF1QlyfwU-bhE0rI7AJbrd6bTF5Ewc2cSDwl9yXfiqSN-WG0GKt7mSaWwZm7p0pJBGzBU1SueHMnxm7GRXMB39olyBl2DKuMvBlkT07NCUfORQR0J_c8hOUyQu2eNtObYs2?purpose=fullsize">
            <a:extLst>
              <a:ext uri="{FF2B5EF4-FFF2-40B4-BE49-F238E27FC236}">
                <a16:creationId xmlns:a16="http://schemas.microsoft.com/office/drawing/2014/main" id="{2656D263-B086-E6E4-D52C-574CA2F9E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354" y="2396802"/>
            <a:ext cx="4367724" cy="32748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F0190A-AC0A-8E57-13DB-9515B0155AD2}"/>
              </a:ext>
            </a:extLst>
          </p:cNvPr>
          <p:cNvSpPr txBox="1"/>
          <p:nvPr/>
        </p:nvSpPr>
        <p:spPr>
          <a:xfrm>
            <a:off x="1565211" y="191059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Pushbroom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Sensor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46CC0B-6CE1-89FA-3B24-ECD6DB1CD8B9}"/>
              </a:ext>
            </a:extLst>
          </p:cNvPr>
          <p:cNvSpPr txBox="1"/>
          <p:nvPr/>
        </p:nvSpPr>
        <p:spPr>
          <a:xfrm>
            <a:off x="6837006" y="239680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Fourier and Wavelet Techniques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0D915B-FF2C-7881-B9FE-8B8C57A0E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UTPUT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6C84A5-F512-96B1-ACBB-0C503443AFD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0F8BD5-775C-E79B-545F-DE9EB0A477B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21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Benefits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07FA91-452B-3E26-FA4D-736C995A7CEA}"/>
              </a:ext>
            </a:extLst>
          </p:cNvPr>
          <p:cNvSpPr txBox="1"/>
          <p:nvPr/>
        </p:nvSpPr>
        <p:spPr>
          <a:xfrm>
            <a:off x="2283666" y="1870129"/>
            <a:ext cx="66830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noise is significantly reduced.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image clarity.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feature visibility.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 for image analysis. 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 monitoring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5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altLang="en-US" sz="5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D9E911-AF5B-2F6A-1F3E-42D09723AA4A}"/>
              </a:ext>
            </a:extLst>
          </p:cNvPr>
          <p:cNvSpPr txBox="1"/>
          <p:nvPr/>
        </p:nvSpPr>
        <p:spPr>
          <a:xfrm>
            <a:off x="1042106" y="1663560"/>
            <a:ext cx="10232182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noise reduces the quality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pushbroom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satellite images.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stripe noise improves image clarity and visual appearance.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like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Wavelet Transform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Filtering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effectively reduce stripe noise.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image details and edges are preserved during the denoising process.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images provide more accurate analysis for remote sensing applications.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Stripe noise removal supports applications such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planning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disaster management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9C521B-186F-353C-0863-887862F5D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407298" y="1741908"/>
            <a:ext cx="6718041" cy="37788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302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Removing Stripe Noise from a Pushbroom Satellite Sensor Image DSA0203-computer Vision With Open Cv</vt:lpstr>
      <vt:lpstr>INTRODUCTION</vt:lpstr>
      <vt:lpstr>Problem Statement</vt:lpstr>
      <vt:lpstr>Methodology</vt:lpstr>
      <vt:lpstr>OUTPUT</vt:lpstr>
      <vt:lpstr>Results and Benefits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“Corrosion Prevention of Iron Using Natural Green Inhibitors”</dc:title>
  <dc:creator>Admin</dc:creator>
  <cp:lastModifiedBy>sudharsan sudha</cp:lastModifiedBy>
  <cp:revision>138</cp:revision>
  <dcterms:created xsi:type="dcterms:W3CDTF">2026-06-22T02:32:00Z</dcterms:created>
  <dcterms:modified xsi:type="dcterms:W3CDTF">2026-08-01T05:32:42Z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12B90CB123D7440FBCE199D65159C897_13</vt:lpwstr>
  </property>
</Properties>
</file>