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02DDBE-1E5A-4D38-898A-431036BC12BC}" v="1" dt="2026-07-21T08:27:18.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han .M" userId="320e2a67539a8320" providerId="LiveId" clId="{3F5EBD0E-44A1-4D8B-9D52-E71CCBE8635A}"/>
    <pc:docChg chg="undo custSel addSld delSld modSld sldOrd">
      <pc:chgData name="Roshan .M" userId="320e2a67539a8320" providerId="LiveId" clId="{3F5EBD0E-44A1-4D8B-9D52-E71CCBE8635A}" dt="2026-07-21T08:29:12.910" v="86" actId="20577"/>
      <pc:docMkLst>
        <pc:docMk/>
      </pc:docMkLst>
      <pc:sldChg chg="addSp delSp modSp mod">
        <pc:chgData name="Roshan .M" userId="320e2a67539a8320" providerId="LiveId" clId="{3F5EBD0E-44A1-4D8B-9D52-E71CCBE8635A}" dt="2026-07-21T08:29:12.910" v="86" actId="20577"/>
        <pc:sldMkLst>
          <pc:docMk/>
          <pc:sldMk cId="0" sldId="256"/>
        </pc:sldMkLst>
        <pc:spChg chg="add del">
          <ac:chgData name="Roshan .M" userId="320e2a67539a8320" providerId="LiveId" clId="{3F5EBD0E-44A1-4D8B-9D52-E71CCBE8635A}" dt="2026-07-21T08:16:12.689" v="70" actId="478"/>
          <ac:spMkLst>
            <pc:docMk/>
            <pc:sldMk cId="0" sldId="256"/>
            <ac:spMk id="3" creationId="{00000000-0000-0000-0000-000000000000}"/>
          </ac:spMkLst>
        </pc:spChg>
        <pc:spChg chg="del">
          <ac:chgData name="Roshan .M" userId="320e2a67539a8320" providerId="LiveId" clId="{3F5EBD0E-44A1-4D8B-9D52-E71CCBE8635A}" dt="2026-07-21T08:12:09.494" v="47" actId="478"/>
          <ac:spMkLst>
            <pc:docMk/>
            <pc:sldMk cId="0" sldId="256"/>
            <ac:spMk id="4" creationId="{00000000-0000-0000-0000-000000000000}"/>
          </ac:spMkLst>
        </pc:spChg>
        <pc:spChg chg="add del">
          <ac:chgData name="Roshan .M" userId="320e2a67539a8320" providerId="LiveId" clId="{3F5EBD0E-44A1-4D8B-9D52-E71CCBE8635A}" dt="2026-07-21T08:16:14.107" v="73" actId="478"/>
          <ac:spMkLst>
            <pc:docMk/>
            <pc:sldMk cId="0" sldId="256"/>
            <ac:spMk id="5" creationId="{00000000-0000-0000-0000-000000000000}"/>
          </ac:spMkLst>
        </pc:spChg>
        <pc:spChg chg="add del">
          <ac:chgData name="Roshan .M" userId="320e2a67539a8320" providerId="LiveId" clId="{3F5EBD0E-44A1-4D8B-9D52-E71CCBE8635A}" dt="2026-07-21T08:16:14.732" v="75" actId="478"/>
          <ac:spMkLst>
            <pc:docMk/>
            <pc:sldMk cId="0" sldId="256"/>
            <ac:spMk id="8" creationId="{00000000-0000-0000-0000-000000000000}"/>
          </ac:spMkLst>
        </pc:spChg>
        <pc:spChg chg="add del">
          <ac:chgData name="Roshan .M" userId="320e2a67539a8320" providerId="LiveId" clId="{3F5EBD0E-44A1-4D8B-9D52-E71CCBE8635A}" dt="2026-07-21T08:16:14.732" v="75" actId="478"/>
          <ac:spMkLst>
            <pc:docMk/>
            <pc:sldMk cId="0" sldId="256"/>
            <ac:spMk id="12" creationId="{00000000-0000-0000-0000-000000000000}"/>
          </ac:spMkLst>
        </pc:spChg>
        <pc:spChg chg="add del">
          <ac:chgData name="Roshan .M" userId="320e2a67539a8320" providerId="LiveId" clId="{3F5EBD0E-44A1-4D8B-9D52-E71CCBE8635A}" dt="2026-07-21T08:16:14.732" v="75" actId="478"/>
          <ac:spMkLst>
            <pc:docMk/>
            <pc:sldMk cId="0" sldId="256"/>
            <ac:spMk id="13" creationId="{00000000-0000-0000-0000-000000000000}"/>
          </ac:spMkLst>
        </pc:spChg>
        <pc:spChg chg="add del">
          <ac:chgData name="Roshan .M" userId="320e2a67539a8320" providerId="LiveId" clId="{3F5EBD0E-44A1-4D8B-9D52-E71CCBE8635A}" dt="2026-07-21T08:16:14.732" v="75" actId="478"/>
          <ac:spMkLst>
            <pc:docMk/>
            <pc:sldMk cId="0" sldId="256"/>
            <ac:spMk id="18" creationId="{00000000-0000-0000-0000-000000000000}"/>
          </ac:spMkLst>
        </pc:spChg>
        <pc:spChg chg="add del">
          <ac:chgData name="Roshan .M" userId="320e2a67539a8320" providerId="LiveId" clId="{3F5EBD0E-44A1-4D8B-9D52-E71CCBE8635A}" dt="2026-07-21T08:16:14.732" v="75" actId="478"/>
          <ac:spMkLst>
            <pc:docMk/>
            <pc:sldMk cId="0" sldId="256"/>
            <ac:spMk id="21" creationId="{00000000-0000-0000-0000-000000000000}"/>
          </ac:spMkLst>
        </pc:spChg>
        <pc:spChg chg="add del">
          <ac:chgData name="Roshan .M" userId="320e2a67539a8320" providerId="LiveId" clId="{3F5EBD0E-44A1-4D8B-9D52-E71CCBE8635A}" dt="2026-07-21T08:16:14.732" v="75" actId="478"/>
          <ac:spMkLst>
            <pc:docMk/>
            <pc:sldMk cId="0" sldId="256"/>
            <ac:spMk id="25" creationId="{00000000-0000-0000-0000-000000000000}"/>
          </ac:spMkLst>
        </pc:spChg>
        <pc:spChg chg="add del">
          <ac:chgData name="Roshan .M" userId="320e2a67539a8320" providerId="LiveId" clId="{3F5EBD0E-44A1-4D8B-9D52-E71CCBE8635A}" dt="2026-07-21T08:16:14.732" v="75" actId="478"/>
          <ac:spMkLst>
            <pc:docMk/>
            <pc:sldMk cId="0" sldId="256"/>
            <ac:spMk id="27" creationId="{00000000-0000-0000-0000-000000000000}"/>
          </ac:spMkLst>
        </pc:spChg>
        <pc:spChg chg="add del">
          <ac:chgData name="Roshan .M" userId="320e2a67539a8320" providerId="LiveId" clId="{3F5EBD0E-44A1-4D8B-9D52-E71CCBE8635A}" dt="2026-07-21T08:16:14.732" v="75" actId="478"/>
          <ac:spMkLst>
            <pc:docMk/>
            <pc:sldMk cId="0" sldId="256"/>
            <ac:spMk id="35" creationId="{00000000-0000-0000-0000-000000000000}"/>
          </ac:spMkLst>
        </pc:spChg>
        <pc:spChg chg="add del">
          <ac:chgData name="Roshan .M" userId="320e2a67539a8320" providerId="LiveId" clId="{3F5EBD0E-44A1-4D8B-9D52-E71CCBE8635A}" dt="2026-07-21T08:16:14.732" v="75" actId="478"/>
          <ac:spMkLst>
            <pc:docMk/>
            <pc:sldMk cId="0" sldId="256"/>
            <ac:spMk id="37" creationId="{00000000-0000-0000-0000-000000000000}"/>
          </ac:spMkLst>
        </pc:spChg>
        <pc:spChg chg="add del">
          <ac:chgData name="Roshan .M" userId="320e2a67539a8320" providerId="LiveId" clId="{3F5EBD0E-44A1-4D8B-9D52-E71CCBE8635A}" dt="2026-07-21T08:16:14.732" v="75" actId="478"/>
          <ac:spMkLst>
            <pc:docMk/>
            <pc:sldMk cId="0" sldId="256"/>
            <ac:spMk id="43" creationId="{00000000-0000-0000-0000-000000000000}"/>
          </ac:spMkLst>
        </pc:spChg>
        <pc:spChg chg="add del">
          <ac:chgData name="Roshan .M" userId="320e2a67539a8320" providerId="LiveId" clId="{3F5EBD0E-44A1-4D8B-9D52-E71CCBE8635A}" dt="2026-07-21T08:16:14.383" v="74" actId="478"/>
          <ac:spMkLst>
            <pc:docMk/>
            <pc:sldMk cId="0" sldId="256"/>
            <ac:spMk id="47" creationId="{00000000-0000-0000-0000-000000000000}"/>
          </ac:spMkLst>
        </pc:spChg>
        <pc:spChg chg="add del">
          <ac:chgData name="Roshan .M" userId="320e2a67539a8320" providerId="LiveId" clId="{3F5EBD0E-44A1-4D8B-9D52-E71CCBE8635A}" dt="2026-07-21T08:16:13.695" v="72" actId="478"/>
          <ac:spMkLst>
            <pc:docMk/>
            <pc:sldMk cId="0" sldId="256"/>
            <ac:spMk id="48" creationId="{00000000-0000-0000-0000-000000000000}"/>
          </ac:spMkLst>
        </pc:spChg>
        <pc:spChg chg="mod">
          <ac:chgData name="Roshan .M" userId="320e2a67539a8320" providerId="LiveId" clId="{3F5EBD0E-44A1-4D8B-9D52-E71CCBE8635A}" dt="2026-07-21T08:29:12.910" v="86" actId="20577"/>
          <ac:spMkLst>
            <pc:docMk/>
            <pc:sldMk cId="0" sldId="256"/>
            <ac:spMk id="49" creationId="{00000000-0000-0000-0000-000000000000}"/>
          </ac:spMkLst>
        </pc:spChg>
        <pc:spChg chg="del">
          <ac:chgData name="Roshan .M" userId="320e2a67539a8320" providerId="LiveId" clId="{3F5EBD0E-44A1-4D8B-9D52-E71CCBE8635A}" dt="2026-07-21T08:12:07.254" v="46" actId="478"/>
          <ac:spMkLst>
            <pc:docMk/>
            <pc:sldMk cId="0" sldId="256"/>
            <ac:spMk id="50" creationId="{00000000-0000-0000-0000-000000000000}"/>
          </ac:spMkLst>
        </pc:spChg>
        <pc:spChg chg="add">
          <ac:chgData name="Roshan .M" userId="320e2a67539a8320" providerId="LiveId" clId="{3F5EBD0E-44A1-4D8B-9D52-E71CCBE8635A}" dt="2026-07-21T08:16:15.004" v="76" actId="478"/>
          <ac:spMkLst>
            <pc:docMk/>
            <pc:sldMk cId="0" sldId="256"/>
            <ac:spMk id="57" creationId="{00000000-0000-0000-0000-000000000000}"/>
          </ac:spMkLst>
        </pc:spChg>
        <pc:spChg chg="add del">
          <ac:chgData name="Roshan .M" userId="320e2a67539a8320" providerId="LiveId" clId="{3F5EBD0E-44A1-4D8B-9D52-E71CCBE8635A}" dt="2026-07-21T08:16:15.004" v="76" actId="478"/>
          <ac:spMkLst>
            <pc:docMk/>
            <pc:sldMk cId="0" sldId="256"/>
            <ac:spMk id="61" creationId="{00000000-0000-0000-0000-000000000000}"/>
          </ac:spMkLst>
        </pc:spChg>
        <pc:spChg chg="del">
          <ac:chgData name="Roshan .M" userId="320e2a67539a8320" providerId="LiveId" clId="{3F5EBD0E-44A1-4D8B-9D52-E71CCBE8635A}" dt="2026-07-21T08:13:08.835" v="55" actId="478"/>
          <ac:spMkLst>
            <pc:docMk/>
            <pc:sldMk cId="0" sldId="256"/>
            <ac:spMk id="64" creationId="{00000000-0000-0000-0000-000000000000}"/>
          </ac:spMkLst>
        </pc:spChg>
        <pc:spChg chg="add">
          <ac:chgData name="Roshan .M" userId="320e2a67539a8320" providerId="LiveId" clId="{3F5EBD0E-44A1-4D8B-9D52-E71CCBE8635A}" dt="2026-07-21T08:16:15.004" v="76" actId="478"/>
          <ac:spMkLst>
            <pc:docMk/>
            <pc:sldMk cId="0" sldId="256"/>
            <ac:spMk id="69" creationId="{00000000-0000-0000-0000-000000000000}"/>
          </ac:spMkLst>
        </pc:spChg>
        <pc:spChg chg="add">
          <ac:chgData name="Roshan .M" userId="320e2a67539a8320" providerId="LiveId" clId="{3F5EBD0E-44A1-4D8B-9D52-E71CCBE8635A}" dt="2026-07-21T08:16:15.004" v="76" actId="478"/>
          <ac:spMkLst>
            <pc:docMk/>
            <pc:sldMk cId="0" sldId="256"/>
            <ac:spMk id="71" creationId="{00000000-0000-0000-0000-000000000000}"/>
          </ac:spMkLst>
        </pc:spChg>
        <pc:spChg chg="add">
          <ac:chgData name="Roshan .M" userId="320e2a67539a8320" providerId="LiveId" clId="{3F5EBD0E-44A1-4D8B-9D52-E71CCBE8635A}" dt="2026-07-21T08:16:15.004" v="76" actId="478"/>
          <ac:spMkLst>
            <pc:docMk/>
            <pc:sldMk cId="0" sldId="256"/>
            <ac:spMk id="75" creationId="{00000000-0000-0000-0000-000000000000}"/>
          </ac:spMkLst>
        </pc:spChg>
        <pc:spChg chg="del">
          <ac:chgData name="Roshan .M" userId="320e2a67539a8320" providerId="LiveId" clId="{3F5EBD0E-44A1-4D8B-9D52-E71CCBE8635A}" dt="2026-07-21T08:13:08.835" v="55" actId="478"/>
          <ac:spMkLst>
            <pc:docMk/>
            <pc:sldMk cId="0" sldId="256"/>
            <ac:spMk id="84" creationId="{00000000-0000-0000-0000-000000000000}"/>
          </ac:spMkLst>
        </pc:spChg>
        <pc:spChg chg="del">
          <ac:chgData name="Roshan .M" userId="320e2a67539a8320" providerId="LiveId" clId="{3F5EBD0E-44A1-4D8B-9D52-E71CCBE8635A}" dt="2026-07-21T08:13:08.835" v="55" actId="478"/>
          <ac:spMkLst>
            <pc:docMk/>
            <pc:sldMk cId="0" sldId="256"/>
            <ac:spMk id="88" creationId="{00000000-0000-0000-0000-000000000000}"/>
          </ac:spMkLst>
        </pc:spChg>
        <pc:spChg chg="del">
          <ac:chgData name="Roshan .M" userId="320e2a67539a8320" providerId="LiveId" clId="{3F5EBD0E-44A1-4D8B-9D52-E71CCBE8635A}" dt="2026-07-21T08:13:08.835" v="55" actId="478"/>
          <ac:spMkLst>
            <pc:docMk/>
            <pc:sldMk cId="0" sldId="256"/>
            <ac:spMk id="89" creationId="{00000000-0000-0000-0000-000000000000}"/>
          </ac:spMkLst>
        </pc:spChg>
        <pc:spChg chg="add">
          <ac:chgData name="Roshan .M" userId="320e2a67539a8320" providerId="LiveId" clId="{3F5EBD0E-44A1-4D8B-9D52-E71CCBE8635A}" dt="2026-07-21T08:16:15.004" v="76" actId="478"/>
          <ac:spMkLst>
            <pc:docMk/>
            <pc:sldMk cId="0" sldId="256"/>
            <ac:spMk id="90" creationId="{00000000-0000-0000-0000-000000000000}"/>
          </ac:spMkLst>
        </pc:spChg>
        <pc:spChg chg="add">
          <ac:chgData name="Roshan .M" userId="320e2a67539a8320" providerId="LiveId" clId="{3F5EBD0E-44A1-4D8B-9D52-E71CCBE8635A}" dt="2026-07-21T08:16:15.004" v="76" actId="478"/>
          <ac:spMkLst>
            <pc:docMk/>
            <pc:sldMk cId="0" sldId="256"/>
            <ac:spMk id="92" creationId="{00000000-0000-0000-0000-000000000000}"/>
          </ac:spMkLst>
        </pc:spChg>
        <pc:spChg chg="add">
          <ac:chgData name="Roshan .M" userId="320e2a67539a8320" providerId="LiveId" clId="{3F5EBD0E-44A1-4D8B-9D52-E71CCBE8635A}" dt="2026-07-21T08:16:15.004" v="76" actId="478"/>
          <ac:spMkLst>
            <pc:docMk/>
            <pc:sldMk cId="0" sldId="256"/>
            <ac:spMk id="93" creationId="{00000000-0000-0000-0000-000000000000}"/>
          </ac:spMkLst>
        </pc:spChg>
        <pc:spChg chg="del">
          <ac:chgData name="Roshan .M" userId="320e2a67539a8320" providerId="LiveId" clId="{3F5EBD0E-44A1-4D8B-9D52-E71CCBE8635A}" dt="2026-07-21T08:13:08.835" v="55" actId="478"/>
          <ac:spMkLst>
            <pc:docMk/>
            <pc:sldMk cId="0" sldId="256"/>
            <ac:spMk id="94" creationId="{00000000-0000-0000-0000-000000000000}"/>
          </ac:spMkLst>
        </pc:spChg>
        <pc:spChg chg="add">
          <ac:chgData name="Roshan .M" userId="320e2a67539a8320" providerId="LiveId" clId="{3F5EBD0E-44A1-4D8B-9D52-E71CCBE8635A}" dt="2026-07-21T08:16:15.004" v="76" actId="478"/>
          <ac:spMkLst>
            <pc:docMk/>
            <pc:sldMk cId="0" sldId="256"/>
            <ac:spMk id="95" creationId="{00000000-0000-0000-0000-000000000000}"/>
          </ac:spMkLst>
        </pc:spChg>
        <pc:spChg chg="del">
          <ac:chgData name="Roshan .M" userId="320e2a67539a8320" providerId="LiveId" clId="{3F5EBD0E-44A1-4D8B-9D52-E71CCBE8635A}" dt="2026-07-21T08:13:08.835" v="55" actId="478"/>
          <ac:spMkLst>
            <pc:docMk/>
            <pc:sldMk cId="0" sldId="256"/>
            <ac:spMk id="97" creationId="{00000000-0000-0000-0000-000000000000}"/>
          </ac:spMkLst>
        </pc:spChg>
        <pc:spChg chg="del">
          <ac:chgData name="Roshan .M" userId="320e2a67539a8320" providerId="LiveId" clId="{3F5EBD0E-44A1-4D8B-9D52-E71CCBE8635A}" dt="2026-07-21T08:13:08.835" v="55" actId="478"/>
          <ac:spMkLst>
            <pc:docMk/>
            <pc:sldMk cId="0" sldId="256"/>
            <ac:spMk id="98" creationId="{00000000-0000-0000-0000-000000000000}"/>
          </ac:spMkLst>
        </pc:spChg>
        <pc:spChg chg="add">
          <ac:chgData name="Roshan .M" userId="320e2a67539a8320" providerId="LiveId" clId="{3F5EBD0E-44A1-4D8B-9D52-E71CCBE8635A}" dt="2026-07-21T08:16:15.004" v="76" actId="478"/>
          <ac:spMkLst>
            <pc:docMk/>
            <pc:sldMk cId="0" sldId="256"/>
            <ac:spMk id="108" creationId="{00000000-0000-0000-0000-000000000000}"/>
          </ac:spMkLst>
        </pc:spChg>
        <pc:spChg chg="del">
          <ac:chgData name="Roshan .M" userId="320e2a67539a8320" providerId="LiveId" clId="{3F5EBD0E-44A1-4D8B-9D52-E71CCBE8635A}" dt="2026-07-21T08:13:08.835" v="55" actId="478"/>
          <ac:spMkLst>
            <pc:docMk/>
            <pc:sldMk cId="0" sldId="256"/>
            <ac:spMk id="120" creationId="{00000000-0000-0000-0000-000000000000}"/>
          </ac:spMkLst>
        </pc:spChg>
        <pc:spChg chg="del">
          <ac:chgData name="Roshan .M" userId="320e2a67539a8320" providerId="LiveId" clId="{3F5EBD0E-44A1-4D8B-9D52-E71CCBE8635A}" dt="2026-07-21T08:13:08.835" v="55" actId="478"/>
          <ac:spMkLst>
            <pc:docMk/>
            <pc:sldMk cId="0" sldId="256"/>
            <ac:spMk id="121" creationId="{00000000-0000-0000-0000-000000000000}"/>
          </ac:spMkLst>
        </pc:spChg>
        <pc:picChg chg="add del mod">
          <ac:chgData name="Roshan .M" userId="320e2a67539a8320" providerId="LiveId" clId="{3F5EBD0E-44A1-4D8B-9D52-E71CCBE8635A}" dt="2026-07-21T08:16:13.056" v="71" actId="22"/>
          <ac:picMkLst>
            <pc:docMk/>
            <pc:sldMk cId="0" sldId="256"/>
            <ac:picMk id="31" creationId="{E38680ED-D03E-3136-4A32-36A9C3AA3387}"/>
          </ac:picMkLst>
        </pc:picChg>
        <pc:picChg chg="add mod">
          <ac:chgData name="Roshan .M" userId="320e2a67539a8320" providerId="LiveId" clId="{3F5EBD0E-44A1-4D8B-9D52-E71CCBE8635A}" dt="2026-07-14T06:24:27.434" v="20" actId="1076"/>
          <ac:picMkLst>
            <pc:docMk/>
            <pc:sldMk cId="0" sldId="256"/>
            <ac:picMk id="125" creationId="{72498D86-8C41-D559-3CA2-554D70C8A29C}"/>
          </ac:picMkLst>
        </pc:picChg>
        <pc:picChg chg="add mod">
          <ac:chgData name="Roshan .M" userId="320e2a67539a8320" providerId="LiveId" clId="{3F5EBD0E-44A1-4D8B-9D52-E71CCBE8635A}" dt="2026-07-14T06:27:15.640" v="24" actId="1076"/>
          <ac:picMkLst>
            <pc:docMk/>
            <pc:sldMk cId="0" sldId="256"/>
            <ac:picMk id="127" creationId="{CF4B6936-0D90-E37A-E646-6636D28D3CA7}"/>
          </ac:picMkLst>
        </pc:picChg>
      </pc:sldChg>
      <pc:sldChg chg="addSp modSp new mod">
        <pc:chgData name="Roshan .M" userId="320e2a67539a8320" providerId="LiveId" clId="{3F5EBD0E-44A1-4D8B-9D52-E71CCBE8635A}" dt="2026-07-21T07:57:02.074" v="45" actId="1076"/>
        <pc:sldMkLst>
          <pc:docMk/>
          <pc:sldMk cId="3632651619" sldId="257"/>
        </pc:sldMkLst>
        <pc:spChg chg="add mod">
          <ac:chgData name="Roshan .M" userId="320e2a67539a8320" providerId="LiveId" clId="{3F5EBD0E-44A1-4D8B-9D52-E71CCBE8635A}" dt="2026-07-21T07:57:02.074" v="45" actId="1076"/>
          <ac:spMkLst>
            <pc:docMk/>
            <pc:sldMk cId="3632651619" sldId="257"/>
            <ac:spMk id="3" creationId="{A92BB9D1-13A4-A261-4086-4BE9619ACC63}"/>
          </ac:spMkLst>
        </pc:spChg>
        <pc:spChg chg="add mod">
          <ac:chgData name="Roshan .M" userId="320e2a67539a8320" providerId="LiveId" clId="{3F5EBD0E-44A1-4D8B-9D52-E71CCBE8635A}" dt="2026-07-14T06:28:28.880" v="34" actId="20577"/>
          <ac:spMkLst>
            <pc:docMk/>
            <pc:sldMk cId="3632651619" sldId="257"/>
            <ac:spMk id="5" creationId="{E3932C59-5F31-9B03-07CB-6DE1CF0D3C36}"/>
          </ac:spMkLst>
        </pc:spChg>
      </pc:sldChg>
      <pc:sldChg chg="new del ord">
        <pc:chgData name="Roshan .M" userId="320e2a67539a8320" providerId="LiveId" clId="{3F5EBD0E-44A1-4D8B-9D52-E71CCBE8635A}" dt="2026-07-21T08:27:20.598" v="83" actId="47"/>
        <pc:sldMkLst>
          <pc:docMk/>
          <pc:sldMk cId="2338572764" sldId="258"/>
        </pc:sldMkLst>
      </pc:sldChg>
      <pc:sldChg chg="addSp delSp modSp new add del mod">
        <pc:chgData name="Roshan .M" userId="320e2a67539a8320" providerId="LiveId" clId="{3F5EBD0E-44A1-4D8B-9D52-E71CCBE8635A}" dt="2026-07-21T08:16:16.721" v="78" actId="47"/>
        <pc:sldMkLst>
          <pc:docMk/>
          <pc:sldMk cId="3973147420" sldId="258"/>
        </pc:sldMkLst>
        <pc:spChg chg="add del">
          <ac:chgData name="Roshan .M" userId="320e2a67539a8320" providerId="LiveId" clId="{3F5EBD0E-44A1-4D8B-9D52-E71CCBE8635A}" dt="2026-07-21T08:12:34.898" v="50" actId="478"/>
          <ac:spMkLst>
            <pc:docMk/>
            <pc:sldMk cId="3973147420" sldId="258"/>
            <ac:spMk id="3" creationId="{DFF63294-3439-7E4C-6A10-E3A05D7C212E}"/>
          </ac:spMkLst>
        </pc:spChg>
        <pc:picChg chg="add del mod">
          <ac:chgData name="Roshan .M" userId="320e2a67539a8320" providerId="LiveId" clId="{3F5EBD0E-44A1-4D8B-9D52-E71CCBE8635A}" dt="2026-07-21T08:12:48.189" v="53" actId="21"/>
          <ac:picMkLst>
            <pc:docMk/>
            <pc:sldMk cId="3973147420" sldId="258"/>
            <ac:picMk id="4" creationId="{BFABE1B4-5A99-C3E8-ACBC-E4DAE1E428C5}"/>
          </ac:picMkLst>
        </pc:picChg>
      </pc:sldChg>
      <pc:sldChg chg="add del">
        <pc:chgData name="Roshan .M" userId="320e2a67539a8320" providerId="LiveId" clId="{3F5EBD0E-44A1-4D8B-9D52-E71CCBE8635A}" dt="2026-07-21T08:27:28.347" v="84" actId="47"/>
        <pc:sldMkLst>
          <pc:docMk/>
          <pc:sldMk cId="0" sldId="259"/>
        </pc:sldMkLst>
      </pc:sldChg>
      <pc:sldMasterChg chg="delSldLayout">
        <pc:chgData name="Roshan .M" userId="320e2a67539a8320" providerId="LiveId" clId="{3F5EBD0E-44A1-4D8B-9D52-E71CCBE8635A}" dt="2026-07-21T08:27:28.347" v="84" actId="47"/>
        <pc:sldMasterMkLst>
          <pc:docMk/>
          <pc:sldMasterMk cId="0" sldId="2147483648"/>
        </pc:sldMasterMkLst>
        <pc:sldLayoutChg chg="del">
          <pc:chgData name="Roshan .M" userId="320e2a67539a8320" providerId="LiveId" clId="{3F5EBD0E-44A1-4D8B-9D52-E71CCBE8635A}" dt="2026-07-21T08:27:28.347" v="84" actId="47"/>
          <pc:sldLayoutMkLst>
            <pc:docMk/>
            <pc:sldMasterMk cId="0" sldId="2147483648"/>
            <pc:sldLayoutMk cId="826935989"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547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28016"/>
            <a:ext cx="11521440" cy="457200"/>
          </a:xfrm>
          <a:prstGeom prst="rect">
            <a:avLst/>
          </a:prstGeom>
          <a:noFill/>
          <a:ln/>
        </p:spPr>
        <p:txBody>
          <a:bodyPr wrap="square" rtlCol="0" anchor="ctr"/>
          <a:lstStyle/>
          <a:p>
            <a:pPr marL="0" indent="0">
              <a:buNone/>
            </a:pPr>
            <a:r>
              <a:rPr lang="en-US" sz="2500" b="1" dirty="0">
                <a:solidFill>
                  <a:srgbClr val="1B2A4A"/>
                </a:solidFill>
                <a:latin typeface="Calibri" pitchFamily="34" charset="0"/>
                <a:ea typeface="Calibri" pitchFamily="34" charset="-122"/>
                <a:cs typeface="Calibri" pitchFamily="34" charset="-120"/>
              </a:rPr>
              <a:t>Automatic License Plate Recognition</a:t>
            </a:r>
            <a:endParaRPr lang="en-US" sz="2500" dirty="0"/>
          </a:p>
        </p:txBody>
      </p:sp>
      <p:sp>
        <p:nvSpPr>
          <p:cNvPr id="3" name="Text 1"/>
          <p:cNvSpPr/>
          <p:nvPr/>
        </p:nvSpPr>
        <p:spPr>
          <a:xfrm>
            <a:off x="320040" y="530352"/>
            <a:ext cx="11521440" cy="256032"/>
          </a:xfrm>
          <a:prstGeom prst="rect">
            <a:avLst/>
          </a:prstGeom>
          <a:noFill/>
          <a:ln/>
        </p:spPr>
        <p:txBody>
          <a:bodyPr wrap="square" rtlCol="0" anchor="ctr"/>
          <a:lstStyle/>
          <a:p>
            <a:pPr marL="0" indent="0">
              <a:buNone/>
            </a:pPr>
            <a:r>
              <a:rPr lang="en-US" sz="1250" i="1" dirty="0">
                <a:solidFill>
                  <a:srgbClr val="6B7688"/>
                </a:solidFill>
                <a:latin typeface="Calibri" pitchFamily="34" charset="0"/>
                <a:ea typeface="Calibri" pitchFamily="34" charset="-122"/>
                <a:cs typeface="Calibri" pitchFamily="34" charset="-120"/>
              </a:rPr>
              <a:t>System Architecture: Detection, Recognition &amp; Data Pipeline</a:t>
            </a:r>
            <a:endParaRPr lang="en-US" sz="1250" dirty="0"/>
          </a:p>
        </p:txBody>
      </p:sp>
      <p:sp>
        <p:nvSpPr>
          <p:cNvPr id="5" name="Text 3"/>
          <p:cNvSpPr/>
          <p:nvPr/>
        </p:nvSpPr>
        <p:spPr>
          <a:xfrm>
            <a:off x="384048" y="941832"/>
            <a:ext cx="2743200" cy="237744"/>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Inference Pipeline</a:t>
            </a:r>
            <a:endParaRPr lang="en-US" sz="1100" dirty="0"/>
          </a:p>
        </p:txBody>
      </p:sp>
      <p:sp>
        <p:nvSpPr>
          <p:cNvPr id="6" name="Shape 4"/>
          <p:cNvSpPr/>
          <p:nvPr/>
        </p:nvSpPr>
        <p:spPr>
          <a:xfrm>
            <a:off x="457200" y="1417320"/>
            <a:ext cx="1417320" cy="1417320"/>
          </a:xfrm>
          <a:prstGeom prst="roundRect">
            <a:avLst>
              <a:gd name="adj" fmla="val 3226"/>
            </a:avLst>
          </a:prstGeom>
          <a:solidFill>
            <a:srgbClr val="BFE0F2"/>
          </a:solidFill>
          <a:ln w="19050">
            <a:solidFill>
              <a:srgbClr val="FFFFFF"/>
            </a:solidFill>
            <a:prstDash val="solid"/>
          </a:ln>
        </p:spPr>
      </p:sp>
      <p:sp>
        <p:nvSpPr>
          <p:cNvPr id="7" name="Shape 5"/>
          <p:cNvSpPr/>
          <p:nvPr/>
        </p:nvSpPr>
        <p:spPr>
          <a:xfrm>
            <a:off x="1420978" y="1559052"/>
            <a:ext cx="311810" cy="311810"/>
          </a:xfrm>
          <a:prstGeom prst="ellipse">
            <a:avLst/>
          </a:prstGeom>
          <a:solidFill>
            <a:srgbClr val="FCE38A"/>
          </a:solidFill>
          <a:ln/>
        </p:spPr>
      </p:sp>
      <p:sp>
        <p:nvSpPr>
          <p:cNvPr id="8" name="Shape 6"/>
          <p:cNvSpPr/>
          <p:nvPr/>
        </p:nvSpPr>
        <p:spPr>
          <a:xfrm>
            <a:off x="457200" y="2296058"/>
            <a:ext cx="1417320" cy="538582"/>
          </a:xfrm>
          <a:prstGeom prst="rect">
            <a:avLst/>
          </a:prstGeom>
          <a:solidFill>
            <a:srgbClr val="5C6470"/>
          </a:solidFill>
          <a:ln/>
        </p:spPr>
      </p:sp>
      <p:sp>
        <p:nvSpPr>
          <p:cNvPr id="9" name="Shape 7"/>
          <p:cNvSpPr/>
          <p:nvPr/>
        </p:nvSpPr>
        <p:spPr>
          <a:xfrm>
            <a:off x="669798" y="2538420"/>
            <a:ext cx="170078" cy="48472"/>
          </a:xfrm>
          <a:prstGeom prst="rect">
            <a:avLst/>
          </a:prstGeom>
          <a:solidFill>
            <a:srgbClr val="E6E9EC"/>
          </a:solidFill>
          <a:ln/>
        </p:spPr>
      </p:sp>
      <p:sp>
        <p:nvSpPr>
          <p:cNvPr id="10" name="Shape 8"/>
          <p:cNvSpPr/>
          <p:nvPr/>
        </p:nvSpPr>
        <p:spPr>
          <a:xfrm>
            <a:off x="1094994" y="2538420"/>
            <a:ext cx="170078" cy="48472"/>
          </a:xfrm>
          <a:prstGeom prst="rect">
            <a:avLst/>
          </a:prstGeom>
          <a:solidFill>
            <a:srgbClr val="E6E9EC"/>
          </a:solidFill>
          <a:ln/>
        </p:spPr>
      </p:sp>
      <p:sp>
        <p:nvSpPr>
          <p:cNvPr id="11" name="Shape 9"/>
          <p:cNvSpPr/>
          <p:nvPr/>
        </p:nvSpPr>
        <p:spPr>
          <a:xfrm>
            <a:off x="1520190" y="2538420"/>
            <a:ext cx="170078" cy="48472"/>
          </a:xfrm>
          <a:prstGeom prst="rect">
            <a:avLst/>
          </a:prstGeom>
          <a:solidFill>
            <a:srgbClr val="E6E9EC"/>
          </a:solidFill>
          <a:ln/>
        </p:spPr>
      </p:sp>
      <p:sp>
        <p:nvSpPr>
          <p:cNvPr id="12" name="Shape 10"/>
          <p:cNvSpPr/>
          <p:nvPr/>
        </p:nvSpPr>
        <p:spPr>
          <a:xfrm>
            <a:off x="726491" y="2108972"/>
            <a:ext cx="878738" cy="340157"/>
          </a:xfrm>
          <a:prstGeom prst="roundRect">
            <a:avLst>
              <a:gd name="adj" fmla="val 10753"/>
            </a:avLst>
          </a:prstGeom>
          <a:solidFill>
            <a:srgbClr val="1B2A4A"/>
          </a:solidFill>
          <a:ln/>
        </p:spPr>
      </p:sp>
      <p:sp>
        <p:nvSpPr>
          <p:cNvPr id="13" name="Shape 11"/>
          <p:cNvSpPr/>
          <p:nvPr/>
        </p:nvSpPr>
        <p:spPr>
          <a:xfrm>
            <a:off x="919813" y="1921886"/>
            <a:ext cx="492094" cy="204094"/>
          </a:xfrm>
          <a:prstGeom prst="roundRect">
            <a:avLst>
              <a:gd name="adj" fmla="val 17921"/>
            </a:avLst>
          </a:prstGeom>
          <a:solidFill>
            <a:srgbClr val="24406B"/>
          </a:solidFill>
          <a:ln/>
        </p:spPr>
      </p:sp>
      <p:sp>
        <p:nvSpPr>
          <p:cNvPr id="14" name="Shape 12"/>
          <p:cNvSpPr/>
          <p:nvPr/>
        </p:nvSpPr>
        <p:spPr>
          <a:xfrm>
            <a:off x="796790" y="2355586"/>
            <a:ext cx="187086" cy="187086"/>
          </a:xfrm>
          <a:prstGeom prst="ellipse">
            <a:avLst/>
          </a:prstGeom>
          <a:solidFill>
            <a:srgbClr val="111111"/>
          </a:solidFill>
          <a:ln/>
        </p:spPr>
      </p:sp>
      <p:sp>
        <p:nvSpPr>
          <p:cNvPr id="15" name="Shape 13"/>
          <p:cNvSpPr/>
          <p:nvPr/>
        </p:nvSpPr>
        <p:spPr>
          <a:xfrm>
            <a:off x="1411907" y="2355586"/>
            <a:ext cx="187086" cy="187086"/>
          </a:xfrm>
          <a:prstGeom prst="ellipse">
            <a:avLst/>
          </a:prstGeom>
          <a:solidFill>
            <a:srgbClr val="111111"/>
          </a:solidFill>
          <a:ln/>
        </p:spPr>
      </p:sp>
      <p:sp>
        <p:nvSpPr>
          <p:cNvPr id="16" name="Shape 14"/>
          <p:cNvSpPr/>
          <p:nvPr/>
        </p:nvSpPr>
        <p:spPr>
          <a:xfrm>
            <a:off x="1016474" y="2319869"/>
            <a:ext cx="298771" cy="102047"/>
          </a:xfrm>
          <a:prstGeom prst="rect">
            <a:avLst/>
          </a:prstGeom>
          <a:solidFill>
            <a:srgbClr val="F4D03F"/>
          </a:solidFill>
          <a:ln w="6350">
            <a:solidFill>
              <a:srgbClr val="333333"/>
            </a:solidFill>
            <a:prstDash val="solid"/>
          </a:ln>
        </p:spPr>
      </p:sp>
      <p:sp>
        <p:nvSpPr>
          <p:cNvPr id="17" name="Text 15"/>
          <p:cNvSpPr/>
          <p:nvPr/>
        </p:nvSpPr>
        <p:spPr>
          <a:xfrm>
            <a:off x="457200" y="2862072"/>
            <a:ext cx="1417320" cy="228600"/>
          </a:xfrm>
          <a:prstGeom prst="rect">
            <a:avLst/>
          </a:prstGeom>
          <a:noFill/>
          <a:ln/>
        </p:spPr>
        <p:txBody>
          <a:bodyPr wrap="square" lIns="0" tIns="0" rIns="0" bIns="0"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Input Frame</a:t>
            </a:r>
            <a:endParaRPr lang="en-US" sz="850" dirty="0"/>
          </a:p>
        </p:txBody>
      </p:sp>
      <p:sp>
        <p:nvSpPr>
          <p:cNvPr id="18" name="Shape 16"/>
          <p:cNvSpPr/>
          <p:nvPr/>
        </p:nvSpPr>
        <p:spPr>
          <a:xfrm>
            <a:off x="1920240" y="2103120"/>
            <a:ext cx="228600" cy="9144"/>
          </a:xfrm>
          <a:prstGeom prst="line">
            <a:avLst/>
          </a:prstGeom>
          <a:noFill/>
          <a:ln w="22225">
            <a:solidFill>
              <a:srgbClr val="8C97A8"/>
            </a:solidFill>
            <a:prstDash val="solid"/>
          </a:ln>
        </p:spPr>
      </p:sp>
      <p:sp>
        <p:nvSpPr>
          <p:cNvPr id="19" name="Shape 17"/>
          <p:cNvSpPr/>
          <p:nvPr/>
        </p:nvSpPr>
        <p:spPr>
          <a:xfrm>
            <a:off x="2194560" y="1417320"/>
            <a:ext cx="2331720" cy="1417320"/>
          </a:xfrm>
          <a:prstGeom prst="roundRect">
            <a:avLst>
              <a:gd name="adj" fmla="val 3871"/>
            </a:avLst>
          </a:prstGeom>
          <a:solidFill>
            <a:srgbClr val="1B2A4A"/>
          </a:solidFill>
          <a:ln/>
          <a:effectLst>
            <a:outerShdw blurRad="38100" dist="25400" dir="5400000" algn="bl" rotWithShape="0">
              <a:srgbClr val="000000">
                <a:alpha val="16000"/>
              </a:srgbClr>
            </a:outerShdw>
          </a:effectLst>
        </p:spPr>
      </p:sp>
      <p:sp>
        <p:nvSpPr>
          <p:cNvPr id="20" name="Text 18"/>
          <p:cNvSpPr/>
          <p:nvPr/>
        </p:nvSpPr>
        <p:spPr>
          <a:xfrm>
            <a:off x="2194560" y="1417320"/>
            <a:ext cx="2331720" cy="1417320"/>
          </a:xfrm>
          <a:prstGeom prst="rect">
            <a:avLst/>
          </a:prstGeom>
          <a:noFill/>
          <a:ln/>
        </p:spPr>
        <p:txBody>
          <a:bodyPr wrap="square" rtlCol="0" anchor="ctr"/>
          <a:lstStyle/>
          <a:p>
            <a:pPr marL="0" indent="0" algn="ctr">
              <a:buNone/>
            </a:pPr>
            <a:endParaRPr lang="en-US" sz="1000" dirty="0"/>
          </a:p>
        </p:txBody>
      </p:sp>
      <p:sp>
        <p:nvSpPr>
          <p:cNvPr id="21" name="Text 19"/>
          <p:cNvSpPr/>
          <p:nvPr/>
        </p:nvSpPr>
        <p:spPr>
          <a:xfrm>
            <a:off x="2194560" y="1481328"/>
            <a:ext cx="233172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Detection Network</a:t>
            </a:r>
            <a:endParaRPr lang="en-US" sz="950" dirty="0"/>
          </a:p>
        </p:txBody>
      </p:sp>
      <p:sp>
        <p:nvSpPr>
          <p:cNvPr id="22" name="Shape 20"/>
          <p:cNvSpPr/>
          <p:nvPr/>
        </p:nvSpPr>
        <p:spPr>
          <a:xfrm>
            <a:off x="2331720" y="1828800"/>
            <a:ext cx="192024" cy="685800"/>
          </a:xfrm>
          <a:prstGeom prst="rect">
            <a:avLst/>
          </a:prstGeom>
          <a:solidFill>
            <a:srgbClr val="24406B"/>
          </a:solidFill>
          <a:ln w="6350">
            <a:solidFill>
              <a:srgbClr val="FFFFFF"/>
            </a:solidFill>
            <a:prstDash val="solid"/>
          </a:ln>
        </p:spPr>
      </p:sp>
      <p:sp>
        <p:nvSpPr>
          <p:cNvPr id="23" name="Shape 21"/>
          <p:cNvSpPr/>
          <p:nvPr/>
        </p:nvSpPr>
        <p:spPr>
          <a:xfrm>
            <a:off x="2569464" y="1828800"/>
            <a:ext cx="192024" cy="685800"/>
          </a:xfrm>
          <a:prstGeom prst="rect">
            <a:avLst/>
          </a:prstGeom>
          <a:solidFill>
            <a:srgbClr val="2E7D32"/>
          </a:solidFill>
          <a:ln w="6350">
            <a:solidFill>
              <a:srgbClr val="FFFFFF"/>
            </a:solidFill>
            <a:prstDash val="solid"/>
          </a:ln>
        </p:spPr>
      </p:sp>
      <p:sp>
        <p:nvSpPr>
          <p:cNvPr id="24" name="Shape 22"/>
          <p:cNvSpPr/>
          <p:nvPr/>
        </p:nvSpPr>
        <p:spPr>
          <a:xfrm>
            <a:off x="2807208" y="1828800"/>
            <a:ext cx="192024" cy="685800"/>
          </a:xfrm>
          <a:prstGeom prst="rect">
            <a:avLst/>
          </a:prstGeom>
          <a:solidFill>
            <a:srgbClr val="C0392B"/>
          </a:solidFill>
          <a:ln w="6350">
            <a:solidFill>
              <a:srgbClr val="FFFFFF"/>
            </a:solidFill>
            <a:prstDash val="solid"/>
          </a:ln>
        </p:spPr>
      </p:sp>
      <p:sp>
        <p:nvSpPr>
          <p:cNvPr id="25" name="Shape 23"/>
          <p:cNvSpPr/>
          <p:nvPr/>
        </p:nvSpPr>
        <p:spPr>
          <a:xfrm>
            <a:off x="3044952" y="1828800"/>
            <a:ext cx="192024" cy="685800"/>
          </a:xfrm>
          <a:prstGeom prst="rect">
            <a:avLst/>
          </a:prstGeom>
          <a:solidFill>
            <a:srgbClr val="E8871E"/>
          </a:solidFill>
          <a:ln w="6350">
            <a:solidFill>
              <a:srgbClr val="FFFFFF"/>
            </a:solidFill>
            <a:prstDash val="solid"/>
          </a:ln>
        </p:spPr>
      </p:sp>
      <p:sp>
        <p:nvSpPr>
          <p:cNvPr id="26" name="Shape 24"/>
          <p:cNvSpPr/>
          <p:nvPr/>
        </p:nvSpPr>
        <p:spPr>
          <a:xfrm>
            <a:off x="3282696" y="1828800"/>
            <a:ext cx="192024" cy="685800"/>
          </a:xfrm>
          <a:prstGeom prst="rect">
            <a:avLst/>
          </a:prstGeom>
          <a:solidFill>
            <a:srgbClr val="6C4FA1"/>
          </a:solidFill>
          <a:ln w="6350">
            <a:solidFill>
              <a:srgbClr val="FFFFFF"/>
            </a:solidFill>
            <a:prstDash val="solid"/>
          </a:ln>
        </p:spPr>
      </p:sp>
      <p:sp>
        <p:nvSpPr>
          <p:cNvPr id="27" name="Text 25"/>
          <p:cNvSpPr/>
          <p:nvPr/>
        </p:nvSpPr>
        <p:spPr>
          <a:xfrm>
            <a:off x="2194560" y="2587752"/>
            <a:ext cx="2331720" cy="201168"/>
          </a:xfrm>
          <a:prstGeom prst="rect">
            <a:avLst/>
          </a:prstGeom>
          <a:noFill/>
          <a:ln/>
        </p:spPr>
        <p:txBody>
          <a:bodyPr wrap="square" lIns="0" tIns="0" rIns="0" bIns="0" rtlCol="0" anchor="ctr"/>
          <a:lstStyle/>
          <a:p>
            <a:pPr marL="0" indent="0" algn="ctr">
              <a:buNone/>
            </a:pPr>
            <a:r>
              <a:rPr lang="en-US" sz="750" dirty="0">
                <a:solidFill>
                  <a:srgbClr val="D8DFEC"/>
                </a:solidFill>
                <a:latin typeface="Calibri" pitchFamily="34" charset="0"/>
                <a:ea typeface="Calibri" pitchFamily="34" charset="-122"/>
                <a:cs typeface="Calibri" pitchFamily="34" charset="-120"/>
              </a:rPr>
              <a:t>CNN Backbone → Fusion → θ-Sampler</a:t>
            </a:r>
            <a:endParaRPr lang="en-US" sz="750" dirty="0"/>
          </a:p>
        </p:txBody>
      </p:sp>
      <p:sp>
        <p:nvSpPr>
          <p:cNvPr id="28" name="Shape 26"/>
          <p:cNvSpPr/>
          <p:nvPr/>
        </p:nvSpPr>
        <p:spPr>
          <a:xfrm>
            <a:off x="4526280" y="2103120"/>
            <a:ext cx="228600" cy="9144"/>
          </a:xfrm>
          <a:prstGeom prst="line">
            <a:avLst/>
          </a:prstGeom>
          <a:noFill/>
          <a:ln w="22225">
            <a:solidFill>
              <a:srgbClr val="8C97A8"/>
            </a:solidFill>
            <a:prstDash val="solid"/>
          </a:ln>
        </p:spPr>
      </p:sp>
      <p:sp>
        <p:nvSpPr>
          <p:cNvPr id="29" name="Shape 27"/>
          <p:cNvSpPr/>
          <p:nvPr/>
        </p:nvSpPr>
        <p:spPr>
          <a:xfrm>
            <a:off x="4800600" y="1645920"/>
            <a:ext cx="1371600" cy="914400"/>
          </a:xfrm>
          <a:prstGeom prst="roundRect">
            <a:avLst>
              <a:gd name="adj" fmla="val 5000"/>
            </a:avLst>
          </a:prstGeom>
          <a:solidFill>
            <a:srgbClr val="2C2C2C"/>
          </a:solidFill>
          <a:ln/>
        </p:spPr>
      </p:sp>
      <p:sp>
        <p:nvSpPr>
          <p:cNvPr id="32" name="Text 30"/>
          <p:cNvSpPr/>
          <p:nvPr/>
        </p:nvSpPr>
        <p:spPr>
          <a:xfrm>
            <a:off x="4800600" y="2606040"/>
            <a:ext cx="1371600" cy="228600"/>
          </a:xfrm>
          <a:prstGeom prst="rect">
            <a:avLst/>
          </a:prstGeom>
          <a:noFill/>
          <a:ln/>
        </p:spPr>
        <p:txBody>
          <a:bodyPr wrap="square" lIns="0" tIns="0" rIns="0" bIns="0"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Localized Plate</a:t>
            </a:r>
            <a:endParaRPr lang="en-US" sz="850" dirty="0"/>
          </a:p>
        </p:txBody>
      </p:sp>
      <p:sp>
        <p:nvSpPr>
          <p:cNvPr id="33" name="Shape 31"/>
          <p:cNvSpPr/>
          <p:nvPr/>
        </p:nvSpPr>
        <p:spPr>
          <a:xfrm>
            <a:off x="6172200" y="2103120"/>
            <a:ext cx="228600" cy="9144"/>
          </a:xfrm>
          <a:prstGeom prst="line">
            <a:avLst/>
          </a:prstGeom>
          <a:noFill/>
          <a:ln w="22225">
            <a:solidFill>
              <a:srgbClr val="8C97A8"/>
            </a:solidFill>
            <a:prstDash val="solid"/>
          </a:ln>
        </p:spPr>
      </p:sp>
      <p:sp>
        <p:nvSpPr>
          <p:cNvPr id="34" name="Shape 32"/>
          <p:cNvSpPr/>
          <p:nvPr/>
        </p:nvSpPr>
        <p:spPr>
          <a:xfrm>
            <a:off x="6446520" y="1417320"/>
            <a:ext cx="2331720" cy="1417320"/>
          </a:xfrm>
          <a:prstGeom prst="roundRect">
            <a:avLst>
              <a:gd name="adj" fmla="val 3871"/>
            </a:avLst>
          </a:prstGeom>
          <a:solidFill>
            <a:srgbClr val="8A5B00"/>
          </a:solidFill>
          <a:ln/>
          <a:effectLst>
            <a:outerShdw blurRad="38100" dist="25400" dir="5400000" algn="bl" rotWithShape="0">
              <a:srgbClr val="000000">
                <a:alpha val="16000"/>
              </a:srgbClr>
            </a:outerShdw>
          </a:effectLst>
        </p:spPr>
      </p:sp>
      <p:sp>
        <p:nvSpPr>
          <p:cNvPr id="35" name="Text 33"/>
          <p:cNvSpPr/>
          <p:nvPr/>
        </p:nvSpPr>
        <p:spPr>
          <a:xfrm>
            <a:off x="6446520" y="1417320"/>
            <a:ext cx="2331720" cy="1417320"/>
          </a:xfrm>
          <a:prstGeom prst="rect">
            <a:avLst/>
          </a:prstGeom>
          <a:noFill/>
          <a:ln/>
        </p:spPr>
        <p:txBody>
          <a:bodyPr wrap="square" rtlCol="0" anchor="ctr"/>
          <a:lstStyle/>
          <a:p>
            <a:pPr marL="0" indent="0" algn="ctr">
              <a:buNone/>
            </a:pPr>
            <a:endParaRPr lang="en-US" sz="1000" dirty="0"/>
          </a:p>
        </p:txBody>
      </p:sp>
      <p:sp>
        <p:nvSpPr>
          <p:cNvPr id="36" name="Text 34"/>
          <p:cNvSpPr/>
          <p:nvPr/>
        </p:nvSpPr>
        <p:spPr>
          <a:xfrm>
            <a:off x="6446520" y="1481328"/>
            <a:ext cx="233172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Recognition Network</a:t>
            </a:r>
            <a:endParaRPr lang="en-US" sz="950" dirty="0"/>
          </a:p>
        </p:txBody>
      </p:sp>
      <p:sp>
        <p:nvSpPr>
          <p:cNvPr id="37" name="Shape 35"/>
          <p:cNvSpPr/>
          <p:nvPr/>
        </p:nvSpPr>
        <p:spPr>
          <a:xfrm>
            <a:off x="6949440" y="2148840"/>
            <a:ext cx="502920" cy="502920"/>
          </a:xfrm>
          <a:prstGeom prst="roundRect">
            <a:avLst>
              <a:gd name="adj" fmla="val 7273"/>
            </a:avLst>
          </a:prstGeom>
          <a:solidFill>
            <a:srgbClr val="9AD1D1"/>
          </a:solidFill>
          <a:ln w="9525">
            <a:solidFill>
              <a:srgbClr val="FFFFFF"/>
            </a:solidFill>
            <a:prstDash val="solid"/>
          </a:ln>
        </p:spPr>
      </p:sp>
      <p:sp>
        <p:nvSpPr>
          <p:cNvPr id="38" name="Shape 36"/>
          <p:cNvSpPr/>
          <p:nvPr/>
        </p:nvSpPr>
        <p:spPr>
          <a:xfrm>
            <a:off x="7095744" y="2084832"/>
            <a:ext cx="502920" cy="502920"/>
          </a:xfrm>
          <a:prstGeom prst="roundRect">
            <a:avLst>
              <a:gd name="adj" fmla="val 7273"/>
            </a:avLst>
          </a:prstGeom>
          <a:solidFill>
            <a:srgbClr val="F5B45E"/>
          </a:solidFill>
          <a:ln w="9525">
            <a:solidFill>
              <a:srgbClr val="FFFFFF"/>
            </a:solidFill>
            <a:prstDash val="solid"/>
          </a:ln>
        </p:spPr>
      </p:sp>
      <p:sp>
        <p:nvSpPr>
          <p:cNvPr id="39" name="Shape 37"/>
          <p:cNvSpPr/>
          <p:nvPr/>
        </p:nvSpPr>
        <p:spPr>
          <a:xfrm>
            <a:off x="7242048" y="2020824"/>
            <a:ext cx="502920" cy="502920"/>
          </a:xfrm>
          <a:prstGeom prst="roundRect">
            <a:avLst>
              <a:gd name="adj" fmla="val 7273"/>
            </a:avLst>
          </a:prstGeom>
          <a:solidFill>
            <a:srgbClr val="F0847A"/>
          </a:solidFill>
          <a:ln w="9525">
            <a:solidFill>
              <a:srgbClr val="FFFFFF"/>
            </a:solidFill>
            <a:prstDash val="solid"/>
          </a:ln>
        </p:spPr>
      </p:sp>
      <p:sp>
        <p:nvSpPr>
          <p:cNvPr id="40" name="Shape 38"/>
          <p:cNvSpPr/>
          <p:nvPr/>
        </p:nvSpPr>
        <p:spPr>
          <a:xfrm>
            <a:off x="7388352" y="1956816"/>
            <a:ext cx="502920" cy="502920"/>
          </a:xfrm>
          <a:prstGeom prst="roundRect">
            <a:avLst>
              <a:gd name="adj" fmla="val 7273"/>
            </a:avLst>
          </a:prstGeom>
          <a:solidFill>
            <a:srgbClr val="8FD19E"/>
          </a:solidFill>
          <a:ln w="9525">
            <a:solidFill>
              <a:srgbClr val="FFFFFF"/>
            </a:solidFill>
            <a:prstDash val="solid"/>
          </a:ln>
        </p:spPr>
      </p:sp>
      <p:sp>
        <p:nvSpPr>
          <p:cNvPr id="41" name="Text 39"/>
          <p:cNvSpPr/>
          <p:nvPr/>
        </p:nvSpPr>
        <p:spPr>
          <a:xfrm>
            <a:off x="6446520" y="2587752"/>
            <a:ext cx="2331720" cy="201168"/>
          </a:xfrm>
          <a:prstGeom prst="rect">
            <a:avLst/>
          </a:prstGeom>
          <a:noFill/>
          <a:ln/>
        </p:spPr>
        <p:txBody>
          <a:bodyPr wrap="square" lIns="0" tIns="0" rIns="0" bIns="0" rtlCol="0" anchor="ctr"/>
          <a:lstStyle/>
          <a:p>
            <a:pPr marL="0" indent="0" algn="ctr">
              <a:buNone/>
            </a:pPr>
            <a:r>
              <a:rPr lang="en-US" sz="750" dirty="0">
                <a:solidFill>
                  <a:srgbClr val="F3E3C4"/>
                </a:solidFill>
                <a:latin typeface="Calibri" pitchFamily="34" charset="0"/>
                <a:ea typeface="Calibri" pitchFamily="34" charset="-122"/>
                <a:cs typeface="Calibri" pitchFamily="34" charset="-120"/>
              </a:rPr>
              <a:t>Feature Extractor → Attention → Classifier</a:t>
            </a:r>
            <a:endParaRPr lang="en-US" sz="750" dirty="0"/>
          </a:p>
        </p:txBody>
      </p:sp>
      <p:sp>
        <p:nvSpPr>
          <p:cNvPr id="42" name="Shape 40"/>
          <p:cNvSpPr/>
          <p:nvPr/>
        </p:nvSpPr>
        <p:spPr>
          <a:xfrm>
            <a:off x="8823960" y="2103120"/>
            <a:ext cx="228600" cy="9144"/>
          </a:xfrm>
          <a:prstGeom prst="line">
            <a:avLst/>
          </a:prstGeom>
          <a:noFill/>
          <a:ln w="22225">
            <a:solidFill>
              <a:srgbClr val="8C97A8"/>
            </a:solidFill>
            <a:prstDash val="solid"/>
          </a:ln>
        </p:spPr>
      </p:sp>
      <p:sp>
        <p:nvSpPr>
          <p:cNvPr id="43" name="Shape 41"/>
          <p:cNvSpPr/>
          <p:nvPr/>
        </p:nvSpPr>
        <p:spPr>
          <a:xfrm>
            <a:off x="9098280" y="1645920"/>
            <a:ext cx="1371600" cy="914400"/>
          </a:xfrm>
          <a:prstGeom prst="roundRect">
            <a:avLst>
              <a:gd name="adj" fmla="val 5000"/>
            </a:avLst>
          </a:prstGeom>
          <a:solidFill>
            <a:srgbClr val="2C2C2C"/>
          </a:solidFill>
          <a:ln/>
        </p:spPr>
      </p:sp>
      <p:sp>
        <p:nvSpPr>
          <p:cNvPr id="46" name="Text 44"/>
          <p:cNvSpPr/>
          <p:nvPr/>
        </p:nvSpPr>
        <p:spPr>
          <a:xfrm>
            <a:off x="9098280" y="2606040"/>
            <a:ext cx="1371600" cy="228600"/>
          </a:xfrm>
          <a:prstGeom prst="rect">
            <a:avLst/>
          </a:prstGeom>
          <a:noFill/>
          <a:ln/>
        </p:spPr>
        <p:txBody>
          <a:bodyPr wrap="square" lIns="0" tIns="0" rIns="0" bIns="0"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Recognized Plate</a:t>
            </a:r>
            <a:endParaRPr lang="en-US" sz="850" dirty="0"/>
          </a:p>
        </p:txBody>
      </p:sp>
      <p:sp>
        <p:nvSpPr>
          <p:cNvPr id="47" name="Shape 45"/>
          <p:cNvSpPr/>
          <p:nvPr/>
        </p:nvSpPr>
        <p:spPr>
          <a:xfrm>
            <a:off x="10515600" y="2103120"/>
            <a:ext cx="228600" cy="9144"/>
          </a:xfrm>
          <a:prstGeom prst="line">
            <a:avLst/>
          </a:prstGeom>
          <a:noFill/>
          <a:ln w="22225">
            <a:solidFill>
              <a:srgbClr val="8C97A8"/>
            </a:solidFill>
            <a:prstDash val="solid"/>
          </a:ln>
        </p:spPr>
      </p:sp>
      <p:sp>
        <p:nvSpPr>
          <p:cNvPr id="48" name="Shape 46"/>
          <p:cNvSpPr/>
          <p:nvPr/>
        </p:nvSpPr>
        <p:spPr>
          <a:xfrm>
            <a:off x="10789920" y="1691640"/>
            <a:ext cx="960120" cy="822960"/>
          </a:xfrm>
          <a:prstGeom prst="roundRect">
            <a:avLst>
              <a:gd name="adj" fmla="val 6667"/>
            </a:avLst>
          </a:prstGeom>
          <a:solidFill>
            <a:srgbClr val="1F9E9E"/>
          </a:solidFill>
          <a:ln/>
          <a:effectLst>
            <a:outerShdw blurRad="38100" dist="25400" dir="5400000" algn="bl" rotWithShape="0">
              <a:srgbClr val="000000">
                <a:alpha val="16000"/>
              </a:srgbClr>
            </a:outerShdw>
          </a:effectLst>
        </p:spPr>
      </p:sp>
      <p:sp>
        <p:nvSpPr>
          <p:cNvPr id="49" name="Text 47"/>
          <p:cNvSpPr/>
          <p:nvPr/>
        </p:nvSpPr>
        <p:spPr>
          <a:xfrm>
            <a:off x="10789920" y="1691640"/>
            <a:ext cx="960120" cy="8229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 B</a:t>
            </a:r>
            <a:endParaRPr lang="en-US" sz="1200" dirty="0"/>
          </a:p>
        </p:txBody>
      </p:sp>
      <p:sp>
        <p:nvSpPr>
          <p:cNvPr id="51" name="Text 49"/>
          <p:cNvSpPr/>
          <p:nvPr/>
        </p:nvSpPr>
        <p:spPr>
          <a:xfrm>
            <a:off x="384048" y="3886200"/>
            <a:ext cx="2743200" cy="237744"/>
          </a:xfrm>
          <a:prstGeom prst="rect">
            <a:avLst/>
          </a:prstGeom>
          <a:noFill/>
          <a:ln/>
        </p:spPr>
        <p:txBody>
          <a:bodyPr wrap="square" rtlCol="0" anchor="ctr"/>
          <a:lstStyle/>
          <a:p>
            <a:pPr marL="0" indent="0">
              <a:buNone/>
            </a:pPr>
            <a:r>
              <a:rPr lang="en-US" sz="1100" b="1" dirty="0">
                <a:solidFill>
                  <a:srgbClr val="8A5B00"/>
                </a:solidFill>
                <a:latin typeface="Calibri" pitchFamily="34" charset="0"/>
                <a:ea typeface="Calibri" pitchFamily="34" charset="-122"/>
                <a:cs typeface="Calibri" pitchFamily="34" charset="-120"/>
              </a:rPr>
              <a:t>Data &amp; Training Pipeline</a:t>
            </a:r>
            <a:endParaRPr lang="en-US" sz="1100" dirty="0"/>
          </a:p>
        </p:txBody>
      </p:sp>
      <p:sp>
        <p:nvSpPr>
          <p:cNvPr id="52" name="Shape 50"/>
          <p:cNvSpPr/>
          <p:nvPr/>
        </p:nvSpPr>
        <p:spPr>
          <a:xfrm>
            <a:off x="502920" y="4343400"/>
            <a:ext cx="868680" cy="868680"/>
          </a:xfrm>
          <a:prstGeom prst="roundRect">
            <a:avLst>
              <a:gd name="adj" fmla="val 5263"/>
            </a:avLst>
          </a:prstGeom>
          <a:solidFill>
            <a:srgbClr val="BFE0F2"/>
          </a:solidFill>
          <a:ln w="19050">
            <a:solidFill>
              <a:srgbClr val="FFFFFF"/>
            </a:solidFill>
            <a:prstDash val="solid"/>
          </a:ln>
        </p:spPr>
      </p:sp>
      <p:sp>
        <p:nvSpPr>
          <p:cNvPr id="53" name="Shape 51"/>
          <p:cNvSpPr/>
          <p:nvPr/>
        </p:nvSpPr>
        <p:spPr>
          <a:xfrm>
            <a:off x="1093622" y="4430268"/>
            <a:ext cx="191110" cy="191110"/>
          </a:xfrm>
          <a:prstGeom prst="ellipse">
            <a:avLst/>
          </a:prstGeom>
          <a:solidFill>
            <a:srgbClr val="FCE38A"/>
          </a:solidFill>
          <a:ln/>
        </p:spPr>
      </p:sp>
      <p:sp>
        <p:nvSpPr>
          <p:cNvPr id="54" name="Shape 52"/>
          <p:cNvSpPr/>
          <p:nvPr/>
        </p:nvSpPr>
        <p:spPr>
          <a:xfrm>
            <a:off x="502920" y="4881982"/>
            <a:ext cx="868680" cy="330098"/>
          </a:xfrm>
          <a:prstGeom prst="rect">
            <a:avLst/>
          </a:prstGeom>
          <a:solidFill>
            <a:srgbClr val="5C6470"/>
          </a:solidFill>
          <a:ln/>
        </p:spPr>
      </p:sp>
      <p:sp>
        <p:nvSpPr>
          <p:cNvPr id="55" name="Shape 53"/>
          <p:cNvSpPr/>
          <p:nvPr/>
        </p:nvSpPr>
        <p:spPr>
          <a:xfrm>
            <a:off x="633222" y="5030526"/>
            <a:ext cx="104242" cy="29709"/>
          </a:xfrm>
          <a:prstGeom prst="rect">
            <a:avLst/>
          </a:prstGeom>
          <a:solidFill>
            <a:srgbClr val="E6E9EC"/>
          </a:solidFill>
          <a:ln/>
        </p:spPr>
      </p:sp>
      <p:sp>
        <p:nvSpPr>
          <p:cNvPr id="56" name="Shape 54"/>
          <p:cNvSpPr/>
          <p:nvPr/>
        </p:nvSpPr>
        <p:spPr>
          <a:xfrm>
            <a:off x="893826" y="5030526"/>
            <a:ext cx="104242" cy="29709"/>
          </a:xfrm>
          <a:prstGeom prst="rect">
            <a:avLst/>
          </a:prstGeom>
          <a:solidFill>
            <a:srgbClr val="E6E9EC"/>
          </a:solidFill>
          <a:ln/>
        </p:spPr>
      </p:sp>
      <p:sp>
        <p:nvSpPr>
          <p:cNvPr id="57" name="Shape 55"/>
          <p:cNvSpPr/>
          <p:nvPr/>
        </p:nvSpPr>
        <p:spPr>
          <a:xfrm>
            <a:off x="1154430" y="5030526"/>
            <a:ext cx="104242" cy="29709"/>
          </a:xfrm>
          <a:prstGeom prst="rect">
            <a:avLst/>
          </a:prstGeom>
          <a:solidFill>
            <a:srgbClr val="E6E9EC"/>
          </a:solidFill>
          <a:ln/>
        </p:spPr>
      </p:sp>
      <p:sp>
        <p:nvSpPr>
          <p:cNvPr id="58" name="Shape 56"/>
          <p:cNvSpPr/>
          <p:nvPr/>
        </p:nvSpPr>
        <p:spPr>
          <a:xfrm>
            <a:off x="667969" y="4767316"/>
            <a:ext cx="538582" cy="208483"/>
          </a:xfrm>
          <a:prstGeom prst="roundRect">
            <a:avLst>
              <a:gd name="adj" fmla="val 17544"/>
            </a:avLst>
          </a:prstGeom>
          <a:solidFill>
            <a:srgbClr val="1B2A4A"/>
          </a:solidFill>
          <a:ln/>
        </p:spPr>
      </p:sp>
      <p:sp>
        <p:nvSpPr>
          <p:cNvPr id="59" name="Shape 57"/>
          <p:cNvSpPr/>
          <p:nvPr/>
        </p:nvSpPr>
        <p:spPr>
          <a:xfrm>
            <a:off x="786457" y="4652650"/>
            <a:ext cx="301606" cy="125090"/>
          </a:xfrm>
          <a:prstGeom prst="roundRect">
            <a:avLst>
              <a:gd name="adj" fmla="val 29240"/>
            </a:avLst>
          </a:prstGeom>
          <a:solidFill>
            <a:srgbClr val="24406B"/>
          </a:solidFill>
          <a:ln/>
        </p:spPr>
      </p:sp>
      <p:sp>
        <p:nvSpPr>
          <p:cNvPr id="60" name="Shape 58"/>
          <p:cNvSpPr/>
          <p:nvPr/>
        </p:nvSpPr>
        <p:spPr>
          <a:xfrm>
            <a:off x="711056" y="4918466"/>
            <a:ext cx="114666" cy="114666"/>
          </a:xfrm>
          <a:prstGeom prst="ellipse">
            <a:avLst/>
          </a:prstGeom>
          <a:solidFill>
            <a:srgbClr val="111111"/>
          </a:solidFill>
          <a:ln/>
        </p:spPr>
      </p:sp>
      <p:sp>
        <p:nvSpPr>
          <p:cNvPr id="61" name="Shape 59"/>
          <p:cNvSpPr/>
          <p:nvPr/>
        </p:nvSpPr>
        <p:spPr>
          <a:xfrm>
            <a:off x="1088063" y="4918466"/>
            <a:ext cx="114666" cy="114666"/>
          </a:xfrm>
          <a:prstGeom prst="ellipse">
            <a:avLst/>
          </a:prstGeom>
          <a:solidFill>
            <a:srgbClr val="111111"/>
          </a:solidFill>
          <a:ln/>
        </p:spPr>
      </p:sp>
      <p:sp>
        <p:nvSpPr>
          <p:cNvPr id="62" name="Shape 60"/>
          <p:cNvSpPr/>
          <p:nvPr/>
        </p:nvSpPr>
        <p:spPr>
          <a:xfrm>
            <a:off x="845701" y="4896575"/>
            <a:ext cx="183118" cy="62545"/>
          </a:xfrm>
          <a:prstGeom prst="rect">
            <a:avLst/>
          </a:prstGeom>
          <a:solidFill>
            <a:srgbClr val="F4D03F"/>
          </a:solidFill>
          <a:ln w="6350">
            <a:solidFill>
              <a:srgbClr val="333333"/>
            </a:solidFill>
            <a:prstDash val="solid"/>
          </a:ln>
        </p:spPr>
      </p:sp>
      <p:sp>
        <p:nvSpPr>
          <p:cNvPr id="63" name="Text 61"/>
          <p:cNvSpPr/>
          <p:nvPr/>
        </p:nvSpPr>
        <p:spPr>
          <a:xfrm>
            <a:off x="502920" y="5230368"/>
            <a:ext cx="868680" cy="365760"/>
          </a:xfrm>
          <a:prstGeom prst="rect">
            <a:avLst/>
          </a:prstGeom>
          <a:noFill/>
          <a:ln/>
        </p:spPr>
        <p:txBody>
          <a:bodyPr wrap="square" lIns="0" tIns="0" rIns="0" bIns="0" rtlCol="0" anchor="ctr"/>
          <a:lstStyle/>
          <a:p>
            <a:pPr marL="0" indent="0" algn="ctr">
              <a:buNone/>
            </a:pPr>
            <a:r>
              <a:rPr lang="en-US" sz="750" b="1" dirty="0">
                <a:solidFill>
                  <a:srgbClr val="3A3A3A"/>
                </a:solidFill>
                <a:latin typeface="Calibri" pitchFamily="34" charset="0"/>
                <a:ea typeface="Calibri" pitchFamily="34" charset="-122"/>
                <a:cs typeface="Calibri" pitchFamily="34" charset="-120"/>
              </a:rPr>
              <a:t>Image 1</a:t>
            </a:r>
            <a:endParaRPr lang="en-US" sz="750" dirty="0"/>
          </a:p>
          <a:p>
            <a:pPr marL="0" indent="0" algn="ctr">
              <a:buNone/>
            </a:pPr>
            <a:r>
              <a:rPr lang="en-US" sz="750" b="1" dirty="0">
                <a:solidFill>
                  <a:srgbClr val="3A3A3A"/>
                </a:solidFill>
                <a:latin typeface="Calibri" pitchFamily="34" charset="0"/>
                <a:ea typeface="Calibri" pitchFamily="34" charset="-122"/>
                <a:cs typeface="Calibri" pitchFamily="34" charset="-120"/>
              </a:rPr>
              <a:t>Daytime</a:t>
            </a:r>
            <a:endParaRPr lang="en-US" sz="750" dirty="0"/>
          </a:p>
        </p:txBody>
      </p:sp>
      <p:sp>
        <p:nvSpPr>
          <p:cNvPr id="64" name="Shape 62"/>
          <p:cNvSpPr/>
          <p:nvPr/>
        </p:nvSpPr>
        <p:spPr>
          <a:xfrm>
            <a:off x="1554480" y="4343400"/>
            <a:ext cx="868680" cy="868680"/>
          </a:xfrm>
          <a:prstGeom prst="roundRect">
            <a:avLst>
              <a:gd name="adj" fmla="val 5263"/>
            </a:avLst>
          </a:prstGeom>
          <a:solidFill>
            <a:srgbClr val="BFE0F2"/>
          </a:solidFill>
          <a:ln w="19050">
            <a:solidFill>
              <a:srgbClr val="FFFFFF"/>
            </a:solidFill>
            <a:prstDash val="solid"/>
          </a:ln>
        </p:spPr>
      </p:sp>
      <p:sp>
        <p:nvSpPr>
          <p:cNvPr id="65" name="Shape 63"/>
          <p:cNvSpPr/>
          <p:nvPr/>
        </p:nvSpPr>
        <p:spPr>
          <a:xfrm>
            <a:off x="1554480" y="4881982"/>
            <a:ext cx="868680" cy="330098"/>
          </a:xfrm>
          <a:prstGeom prst="rect">
            <a:avLst/>
          </a:prstGeom>
          <a:solidFill>
            <a:srgbClr val="5C6470"/>
          </a:solidFill>
          <a:ln/>
        </p:spPr>
      </p:sp>
      <p:sp>
        <p:nvSpPr>
          <p:cNvPr id="66" name="Shape 64"/>
          <p:cNvSpPr/>
          <p:nvPr/>
        </p:nvSpPr>
        <p:spPr>
          <a:xfrm>
            <a:off x="1684782" y="5030526"/>
            <a:ext cx="104242" cy="29709"/>
          </a:xfrm>
          <a:prstGeom prst="rect">
            <a:avLst/>
          </a:prstGeom>
          <a:solidFill>
            <a:srgbClr val="E6E9EC"/>
          </a:solidFill>
          <a:ln/>
        </p:spPr>
      </p:sp>
      <p:sp>
        <p:nvSpPr>
          <p:cNvPr id="67" name="Shape 65"/>
          <p:cNvSpPr/>
          <p:nvPr/>
        </p:nvSpPr>
        <p:spPr>
          <a:xfrm>
            <a:off x="1945386" y="5030526"/>
            <a:ext cx="104242" cy="29709"/>
          </a:xfrm>
          <a:prstGeom prst="rect">
            <a:avLst/>
          </a:prstGeom>
          <a:solidFill>
            <a:srgbClr val="E6E9EC"/>
          </a:solidFill>
          <a:ln/>
        </p:spPr>
      </p:sp>
      <p:sp>
        <p:nvSpPr>
          <p:cNvPr id="68" name="Shape 66"/>
          <p:cNvSpPr/>
          <p:nvPr/>
        </p:nvSpPr>
        <p:spPr>
          <a:xfrm>
            <a:off x="2205990" y="5030526"/>
            <a:ext cx="104242" cy="29709"/>
          </a:xfrm>
          <a:prstGeom prst="rect">
            <a:avLst/>
          </a:prstGeom>
          <a:solidFill>
            <a:srgbClr val="E6E9EC"/>
          </a:solidFill>
          <a:ln/>
        </p:spPr>
      </p:sp>
      <p:sp>
        <p:nvSpPr>
          <p:cNvPr id="69" name="Shape 67"/>
          <p:cNvSpPr/>
          <p:nvPr/>
        </p:nvSpPr>
        <p:spPr>
          <a:xfrm rot="840000">
            <a:off x="1901952" y="4786427"/>
            <a:ext cx="434340" cy="173736"/>
          </a:xfrm>
          <a:prstGeom prst="roundRect">
            <a:avLst>
              <a:gd name="adj" fmla="val 21053"/>
            </a:avLst>
          </a:prstGeom>
          <a:solidFill>
            <a:srgbClr val="1B2A4A"/>
          </a:solidFill>
          <a:ln/>
        </p:spPr>
      </p:sp>
      <p:sp>
        <p:nvSpPr>
          <p:cNvPr id="70" name="Shape 68"/>
          <p:cNvSpPr/>
          <p:nvPr/>
        </p:nvSpPr>
        <p:spPr>
          <a:xfrm rot="840000">
            <a:off x="1997507" y="4690872"/>
            <a:ext cx="243230" cy="104242"/>
          </a:xfrm>
          <a:prstGeom prst="roundRect">
            <a:avLst>
              <a:gd name="adj" fmla="val 35088"/>
            </a:avLst>
          </a:prstGeom>
          <a:solidFill>
            <a:srgbClr val="24406B"/>
          </a:solidFill>
          <a:ln/>
        </p:spPr>
      </p:sp>
      <p:sp>
        <p:nvSpPr>
          <p:cNvPr id="71" name="Shape 69"/>
          <p:cNvSpPr/>
          <p:nvPr/>
        </p:nvSpPr>
        <p:spPr>
          <a:xfrm>
            <a:off x="1936699" y="4912385"/>
            <a:ext cx="95555" cy="95555"/>
          </a:xfrm>
          <a:prstGeom prst="ellipse">
            <a:avLst/>
          </a:prstGeom>
          <a:solidFill>
            <a:srgbClr val="111111"/>
          </a:solidFill>
          <a:ln/>
        </p:spPr>
      </p:sp>
      <p:sp>
        <p:nvSpPr>
          <p:cNvPr id="72" name="Shape 70"/>
          <p:cNvSpPr/>
          <p:nvPr/>
        </p:nvSpPr>
        <p:spPr>
          <a:xfrm>
            <a:off x="2240737" y="4912385"/>
            <a:ext cx="95555" cy="95555"/>
          </a:xfrm>
          <a:prstGeom prst="ellipse">
            <a:avLst/>
          </a:prstGeom>
          <a:solidFill>
            <a:srgbClr val="111111"/>
          </a:solidFill>
          <a:ln/>
        </p:spPr>
      </p:sp>
      <p:sp>
        <p:nvSpPr>
          <p:cNvPr id="73" name="Shape 71"/>
          <p:cNvSpPr/>
          <p:nvPr/>
        </p:nvSpPr>
        <p:spPr>
          <a:xfrm rot="840000">
            <a:off x="2045284" y="4894143"/>
            <a:ext cx="147676" cy="52121"/>
          </a:xfrm>
          <a:prstGeom prst="rect">
            <a:avLst/>
          </a:prstGeom>
          <a:solidFill>
            <a:srgbClr val="F4D03F"/>
          </a:solidFill>
          <a:ln w="6350">
            <a:solidFill>
              <a:srgbClr val="333333"/>
            </a:solidFill>
            <a:prstDash val="solid"/>
          </a:ln>
        </p:spPr>
      </p:sp>
      <p:sp>
        <p:nvSpPr>
          <p:cNvPr id="74" name="Text 72"/>
          <p:cNvSpPr/>
          <p:nvPr/>
        </p:nvSpPr>
        <p:spPr>
          <a:xfrm>
            <a:off x="1554480" y="5230368"/>
            <a:ext cx="868680" cy="365760"/>
          </a:xfrm>
          <a:prstGeom prst="rect">
            <a:avLst/>
          </a:prstGeom>
          <a:noFill/>
          <a:ln/>
        </p:spPr>
        <p:txBody>
          <a:bodyPr wrap="square" lIns="0" tIns="0" rIns="0" bIns="0" rtlCol="0" anchor="ctr"/>
          <a:lstStyle/>
          <a:p>
            <a:pPr marL="0" indent="0" algn="ctr">
              <a:buNone/>
            </a:pPr>
            <a:r>
              <a:rPr lang="en-US" sz="750" b="1" dirty="0">
                <a:solidFill>
                  <a:srgbClr val="3A3A3A"/>
                </a:solidFill>
                <a:latin typeface="Calibri" pitchFamily="34" charset="0"/>
                <a:ea typeface="Calibri" pitchFamily="34" charset="-122"/>
                <a:cs typeface="Calibri" pitchFamily="34" charset="-120"/>
              </a:rPr>
              <a:t>Image 2</a:t>
            </a:r>
            <a:endParaRPr lang="en-US" sz="750" dirty="0"/>
          </a:p>
          <a:p>
            <a:pPr marL="0" indent="0" algn="ctr">
              <a:buNone/>
            </a:pPr>
            <a:r>
              <a:rPr lang="en-US" sz="750" b="1" dirty="0">
                <a:solidFill>
                  <a:srgbClr val="3A3A3A"/>
                </a:solidFill>
                <a:latin typeface="Calibri" pitchFamily="34" charset="0"/>
                <a:ea typeface="Calibri" pitchFamily="34" charset="-122"/>
                <a:cs typeface="Calibri" pitchFamily="34" charset="-120"/>
              </a:rPr>
              <a:t>Angled view</a:t>
            </a:r>
            <a:endParaRPr lang="en-US" sz="750" dirty="0"/>
          </a:p>
        </p:txBody>
      </p:sp>
      <p:sp>
        <p:nvSpPr>
          <p:cNvPr id="75" name="Shape 73"/>
          <p:cNvSpPr/>
          <p:nvPr/>
        </p:nvSpPr>
        <p:spPr>
          <a:xfrm>
            <a:off x="2606040" y="4343400"/>
            <a:ext cx="868680" cy="868680"/>
          </a:xfrm>
          <a:prstGeom prst="roundRect">
            <a:avLst>
              <a:gd name="adj" fmla="val 5263"/>
            </a:avLst>
          </a:prstGeom>
          <a:solidFill>
            <a:srgbClr val="16213A"/>
          </a:solidFill>
          <a:ln w="19050">
            <a:solidFill>
              <a:srgbClr val="FFFFFF"/>
            </a:solidFill>
            <a:prstDash val="solid"/>
          </a:ln>
        </p:spPr>
      </p:sp>
      <p:sp>
        <p:nvSpPr>
          <p:cNvPr id="76" name="Shape 74"/>
          <p:cNvSpPr/>
          <p:nvPr/>
        </p:nvSpPr>
        <p:spPr>
          <a:xfrm>
            <a:off x="2710282" y="4447642"/>
            <a:ext cx="26060" cy="26060"/>
          </a:xfrm>
          <a:prstGeom prst="ellipse">
            <a:avLst/>
          </a:prstGeom>
          <a:solidFill>
            <a:srgbClr val="F5F5F5"/>
          </a:solidFill>
          <a:ln/>
        </p:spPr>
      </p:sp>
      <p:sp>
        <p:nvSpPr>
          <p:cNvPr id="77" name="Shape 75"/>
          <p:cNvSpPr/>
          <p:nvPr/>
        </p:nvSpPr>
        <p:spPr>
          <a:xfrm>
            <a:off x="2849270" y="4534510"/>
            <a:ext cx="26060" cy="26060"/>
          </a:xfrm>
          <a:prstGeom prst="ellipse">
            <a:avLst/>
          </a:prstGeom>
          <a:solidFill>
            <a:srgbClr val="F5F5F5"/>
          </a:solidFill>
          <a:ln/>
        </p:spPr>
      </p:sp>
      <p:sp>
        <p:nvSpPr>
          <p:cNvPr id="78" name="Shape 76"/>
          <p:cNvSpPr/>
          <p:nvPr/>
        </p:nvSpPr>
        <p:spPr>
          <a:xfrm>
            <a:off x="3040380" y="4430268"/>
            <a:ext cx="26060" cy="26060"/>
          </a:xfrm>
          <a:prstGeom prst="ellipse">
            <a:avLst/>
          </a:prstGeom>
          <a:solidFill>
            <a:srgbClr val="F5F5F5"/>
          </a:solidFill>
          <a:ln/>
        </p:spPr>
      </p:sp>
      <p:sp>
        <p:nvSpPr>
          <p:cNvPr id="79" name="Shape 77"/>
          <p:cNvSpPr/>
          <p:nvPr/>
        </p:nvSpPr>
        <p:spPr>
          <a:xfrm>
            <a:off x="3144622" y="4586630"/>
            <a:ext cx="26060" cy="26060"/>
          </a:xfrm>
          <a:prstGeom prst="ellipse">
            <a:avLst/>
          </a:prstGeom>
          <a:solidFill>
            <a:srgbClr val="F5F5F5"/>
          </a:solidFill>
          <a:ln/>
        </p:spPr>
      </p:sp>
      <p:sp>
        <p:nvSpPr>
          <p:cNvPr id="80" name="Shape 78"/>
          <p:cNvSpPr/>
          <p:nvPr/>
        </p:nvSpPr>
        <p:spPr>
          <a:xfrm>
            <a:off x="3318358" y="4473702"/>
            <a:ext cx="26060" cy="26060"/>
          </a:xfrm>
          <a:prstGeom prst="ellipse">
            <a:avLst/>
          </a:prstGeom>
          <a:solidFill>
            <a:srgbClr val="F5F5F5"/>
          </a:solidFill>
          <a:ln/>
        </p:spPr>
      </p:sp>
      <p:sp>
        <p:nvSpPr>
          <p:cNvPr id="81" name="Shape 79"/>
          <p:cNvSpPr/>
          <p:nvPr/>
        </p:nvSpPr>
        <p:spPr>
          <a:xfrm>
            <a:off x="2692908" y="4386834"/>
            <a:ext cx="43434" cy="243230"/>
          </a:xfrm>
          <a:prstGeom prst="line">
            <a:avLst/>
          </a:prstGeom>
          <a:noFill/>
          <a:ln w="12700">
            <a:solidFill>
              <a:srgbClr val="9FD1E8">
                <a:alpha val="75000"/>
              </a:srgbClr>
            </a:solidFill>
            <a:prstDash val="solid"/>
          </a:ln>
        </p:spPr>
      </p:sp>
      <p:sp>
        <p:nvSpPr>
          <p:cNvPr id="82" name="Shape 80"/>
          <p:cNvSpPr/>
          <p:nvPr/>
        </p:nvSpPr>
        <p:spPr>
          <a:xfrm>
            <a:off x="2849270" y="4386834"/>
            <a:ext cx="43434" cy="243230"/>
          </a:xfrm>
          <a:prstGeom prst="line">
            <a:avLst/>
          </a:prstGeom>
          <a:noFill/>
          <a:ln w="12700">
            <a:solidFill>
              <a:srgbClr val="9FD1E8">
                <a:alpha val="75000"/>
              </a:srgbClr>
            </a:solidFill>
            <a:prstDash val="solid"/>
          </a:ln>
        </p:spPr>
      </p:sp>
      <p:sp>
        <p:nvSpPr>
          <p:cNvPr id="83" name="Shape 81"/>
          <p:cNvSpPr/>
          <p:nvPr/>
        </p:nvSpPr>
        <p:spPr>
          <a:xfrm>
            <a:off x="3005633" y="4386834"/>
            <a:ext cx="43434" cy="243230"/>
          </a:xfrm>
          <a:prstGeom prst="line">
            <a:avLst/>
          </a:prstGeom>
          <a:noFill/>
          <a:ln w="12700">
            <a:solidFill>
              <a:srgbClr val="9FD1E8">
                <a:alpha val="75000"/>
              </a:srgbClr>
            </a:solidFill>
            <a:prstDash val="solid"/>
          </a:ln>
        </p:spPr>
      </p:sp>
      <p:sp>
        <p:nvSpPr>
          <p:cNvPr id="84" name="Shape 82"/>
          <p:cNvSpPr/>
          <p:nvPr/>
        </p:nvSpPr>
        <p:spPr>
          <a:xfrm>
            <a:off x="3161995" y="4386834"/>
            <a:ext cx="43434" cy="243230"/>
          </a:xfrm>
          <a:prstGeom prst="line">
            <a:avLst/>
          </a:prstGeom>
          <a:noFill/>
          <a:ln w="12700">
            <a:solidFill>
              <a:srgbClr val="9FD1E8">
                <a:alpha val="75000"/>
              </a:srgbClr>
            </a:solidFill>
            <a:prstDash val="solid"/>
          </a:ln>
        </p:spPr>
      </p:sp>
      <p:sp>
        <p:nvSpPr>
          <p:cNvPr id="85" name="Shape 83"/>
          <p:cNvSpPr/>
          <p:nvPr/>
        </p:nvSpPr>
        <p:spPr>
          <a:xfrm>
            <a:off x="3318358" y="4386834"/>
            <a:ext cx="43434" cy="243230"/>
          </a:xfrm>
          <a:prstGeom prst="line">
            <a:avLst/>
          </a:prstGeom>
          <a:noFill/>
          <a:ln w="12700">
            <a:solidFill>
              <a:srgbClr val="9FD1E8">
                <a:alpha val="75000"/>
              </a:srgbClr>
            </a:solidFill>
            <a:prstDash val="solid"/>
          </a:ln>
        </p:spPr>
      </p:sp>
      <p:sp>
        <p:nvSpPr>
          <p:cNvPr id="86" name="Shape 84"/>
          <p:cNvSpPr/>
          <p:nvPr/>
        </p:nvSpPr>
        <p:spPr>
          <a:xfrm>
            <a:off x="2606040" y="4881982"/>
            <a:ext cx="868680" cy="330098"/>
          </a:xfrm>
          <a:prstGeom prst="rect">
            <a:avLst/>
          </a:prstGeom>
          <a:solidFill>
            <a:srgbClr val="2A2E38"/>
          </a:solidFill>
          <a:ln/>
        </p:spPr>
      </p:sp>
      <p:sp>
        <p:nvSpPr>
          <p:cNvPr id="87" name="Shape 85"/>
          <p:cNvSpPr/>
          <p:nvPr/>
        </p:nvSpPr>
        <p:spPr>
          <a:xfrm>
            <a:off x="2736342" y="5030526"/>
            <a:ext cx="104242" cy="29709"/>
          </a:xfrm>
          <a:prstGeom prst="rect">
            <a:avLst/>
          </a:prstGeom>
          <a:solidFill>
            <a:srgbClr val="6B7280"/>
          </a:solidFill>
          <a:ln/>
        </p:spPr>
      </p:sp>
      <p:sp>
        <p:nvSpPr>
          <p:cNvPr id="88" name="Shape 86"/>
          <p:cNvSpPr/>
          <p:nvPr/>
        </p:nvSpPr>
        <p:spPr>
          <a:xfrm>
            <a:off x="2996946" y="5030526"/>
            <a:ext cx="104242" cy="29709"/>
          </a:xfrm>
          <a:prstGeom prst="rect">
            <a:avLst/>
          </a:prstGeom>
          <a:solidFill>
            <a:srgbClr val="6B7280"/>
          </a:solidFill>
          <a:ln/>
        </p:spPr>
      </p:sp>
      <p:sp>
        <p:nvSpPr>
          <p:cNvPr id="89" name="Shape 87"/>
          <p:cNvSpPr/>
          <p:nvPr/>
        </p:nvSpPr>
        <p:spPr>
          <a:xfrm>
            <a:off x="3257550" y="5030526"/>
            <a:ext cx="104242" cy="29709"/>
          </a:xfrm>
          <a:prstGeom prst="rect">
            <a:avLst/>
          </a:prstGeom>
          <a:solidFill>
            <a:srgbClr val="6B7280"/>
          </a:solidFill>
          <a:ln/>
        </p:spPr>
      </p:sp>
      <p:sp>
        <p:nvSpPr>
          <p:cNvPr id="90" name="Shape 88"/>
          <p:cNvSpPr/>
          <p:nvPr/>
        </p:nvSpPr>
        <p:spPr>
          <a:xfrm>
            <a:off x="2771089" y="4767316"/>
            <a:ext cx="538582" cy="208483"/>
          </a:xfrm>
          <a:prstGeom prst="roundRect">
            <a:avLst>
              <a:gd name="adj" fmla="val 17544"/>
            </a:avLst>
          </a:prstGeom>
          <a:solidFill>
            <a:srgbClr val="0E1626"/>
          </a:solidFill>
          <a:ln/>
        </p:spPr>
      </p:sp>
      <p:sp>
        <p:nvSpPr>
          <p:cNvPr id="91" name="Shape 89"/>
          <p:cNvSpPr/>
          <p:nvPr/>
        </p:nvSpPr>
        <p:spPr>
          <a:xfrm>
            <a:off x="2889577" y="4652650"/>
            <a:ext cx="301606" cy="125090"/>
          </a:xfrm>
          <a:prstGeom prst="roundRect">
            <a:avLst>
              <a:gd name="adj" fmla="val 29240"/>
            </a:avLst>
          </a:prstGeom>
          <a:solidFill>
            <a:srgbClr val="18233A"/>
          </a:solidFill>
          <a:ln/>
        </p:spPr>
      </p:sp>
      <p:sp>
        <p:nvSpPr>
          <p:cNvPr id="92" name="Shape 90"/>
          <p:cNvSpPr/>
          <p:nvPr/>
        </p:nvSpPr>
        <p:spPr>
          <a:xfrm>
            <a:off x="2814176" y="4918466"/>
            <a:ext cx="114666" cy="114666"/>
          </a:xfrm>
          <a:prstGeom prst="ellipse">
            <a:avLst/>
          </a:prstGeom>
          <a:solidFill>
            <a:srgbClr val="111111"/>
          </a:solidFill>
          <a:ln/>
        </p:spPr>
      </p:sp>
      <p:sp>
        <p:nvSpPr>
          <p:cNvPr id="93" name="Shape 91"/>
          <p:cNvSpPr/>
          <p:nvPr/>
        </p:nvSpPr>
        <p:spPr>
          <a:xfrm>
            <a:off x="3191183" y="4918466"/>
            <a:ext cx="114666" cy="114666"/>
          </a:xfrm>
          <a:prstGeom prst="ellipse">
            <a:avLst/>
          </a:prstGeom>
          <a:solidFill>
            <a:srgbClr val="111111"/>
          </a:solidFill>
          <a:ln/>
        </p:spPr>
      </p:sp>
      <p:sp>
        <p:nvSpPr>
          <p:cNvPr id="94" name="Shape 92"/>
          <p:cNvSpPr/>
          <p:nvPr/>
        </p:nvSpPr>
        <p:spPr>
          <a:xfrm>
            <a:off x="2787247" y="4798588"/>
            <a:ext cx="75401" cy="62545"/>
          </a:xfrm>
          <a:prstGeom prst="ellipse">
            <a:avLst/>
          </a:prstGeom>
          <a:solidFill>
            <a:srgbClr val="FFF3B0"/>
          </a:solidFill>
          <a:ln/>
        </p:spPr>
      </p:sp>
      <p:sp>
        <p:nvSpPr>
          <p:cNvPr id="95" name="Shape 93"/>
          <p:cNvSpPr/>
          <p:nvPr/>
        </p:nvSpPr>
        <p:spPr>
          <a:xfrm>
            <a:off x="3218112" y="4798588"/>
            <a:ext cx="75401" cy="62545"/>
          </a:xfrm>
          <a:prstGeom prst="ellipse">
            <a:avLst/>
          </a:prstGeom>
          <a:solidFill>
            <a:srgbClr val="FFF3B0"/>
          </a:solidFill>
          <a:ln/>
        </p:spPr>
      </p:sp>
      <p:sp>
        <p:nvSpPr>
          <p:cNvPr id="96" name="Shape 94"/>
          <p:cNvSpPr/>
          <p:nvPr/>
        </p:nvSpPr>
        <p:spPr>
          <a:xfrm>
            <a:off x="2948821" y="4896575"/>
            <a:ext cx="183118" cy="62545"/>
          </a:xfrm>
          <a:prstGeom prst="rect">
            <a:avLst/>
          </a:prstGeom>
          <a:solidFill>
            <a:srgbClr val="C9A227"/>
          </a:solidFill>
          <a:ln w="6350">
            <a:solidFill>
              <a:srgbClr val="333333"/>
            </a:solidFill>
            <a:prstDash val="solid"/>
          </a:ln>
        </p:spPr>
      </p:sp>
      <p:sp>
        <p:nvSpPr>
          <p:cNvPr id="97" name="Text 95"/>
          <p:cNvSpPr/>
          <p:nvPr/>
        </p:nvSpPr>
        <p:spPr>
          <a:xfrm>
            <a:off x="2606040" y="5230368"/>
            <a:ext cx="868680" cy="365760"/>
          </a:xfrm>
          <a:prstGeom prst="rect">
            <a:avLst/>
          </a:prstGeom>
          <a:noFill/>
          <a:ln/>
        </p:spPr>
        <p:txBody>
          <a:bodyPr wrap="square" lIns="0" tIns="0" rIns="0" bIns="0" rtlCol="0" anchor="ctr"/>
          <a:lstStyle/>
          <a:p>
            <a:pPr marL="0" indent="0" algn="ctr">
              <a:buNone/>
            </a:pPr>
            <a:r>
              <a:rPr lang="en-US" sz="750" b="1" dirty="0">
                <a:solidFill>
                  <a:srgbClr val="3A3A3A"/>
                </a:solidFill>
                <a:latin typeface="Calibri" pitchFamily="34" charset="0"/>
                <a:ea typeface="Calibri" pitchFamily="34" charset="-122"/>
                <a:cs typeface="Calibri" pitchFamily="34" charset="-120"/>
              </a:rPr>
              <a:t>Image N</a:t>
            </a:r>
            <a:endParaRPr lang="en-US" sz="750" dirty="0"/>
          </a:p>
          <a:p>
            <a:pPr marL="0" indent="0" algn="ctr">
              <a:buNone/>
            </a:pPr>
            <a:r>
              <a:rPr lang="en-US" sz="750" b="1" dirty="0">
                <a:solidFill>
                  <a:srgbClr val="3A3A3A"/>
                </a:solidFill>
                <a:latin typeface="Calibri" pitchFamily="34" charset="0"/>
                <a:ea typeface="Calibri" pitchFamily="34" charset="-122"/>
                <a:cs typeface="Calibri" pitchFamily="34" charset="-120"/>
              </a:rPr>
              <a:t>Night / rain</a:t>
            </a:r>
            <a:endParaRPr lang="en-US" sz="750" dirty="0"/>
          </a:p>
        </p:txBody>
      </p:sp>
      <p:sp>
        <p:nvSpPr>
          <p:cNvPr id="98" name="Text 96"/>
          <p:cNvSpPr/>
          <p:nvPr/>
        </p:nvSpPr>
        <p:spPr>
          <a:xfrm>
            <a:off x="3520440" y="4480560"/>
            <a:ext cx="365760" cy="731520"/>
          </a:xfrm>
          <a:prstGeom prst="rect">
            <a:avLst/>
          </a:prstGeom>
          <a:noFill/>
          <a:ln/>
        </p:spPr>
        <p:txBody>
          <a:bodyPr wrap="square" lIns="0" tIns="0" rIns="0" bIns="0" rtlCol="0" anchor="ctr"/>
          <a:lstStyle/>
          <a:p>
            <a:pPr marL="0" indent="0" algn="ctr">
              <a:buNone/>
            </a:pPr>
            <a:r>
              <a:rPr lang="en-US" sz="1800" b="1" dirty="0">
                <a:solidFill>
                  <a:srgbClr val="3A3A3A"/>
                </a:solidFill>
                <a:latin typeface="Calibri" pitchFamily="34" charset="0"/>
                <a:ea typeface="Calibri" pitchFamily="34" charset="-122"/>
                <a:cs typeface="Calibri" pitchFamily="34" charset="-120"/>
              </a:rPr>
              <a:t>…</a:t>
            </a:r>
            <a:endParaRPr lang="en-US" sz="1800" dirty="0"/>
          </a:p>
        </p:txBody>
      </p:sp>
      <p:sp>
        <p:nvSpPr>
          <p:cNvPr id="99" name="Shape 97"/>
          <p:cNvSpPr/>
          <p:nvPr/>
        </p:nvSpPr>
        <p:spPr>
          <a:xfrm>
            <a:off x="3931920" y="4754880"/>
            <a:ext cx="182880" cy="9144"/>
          </a:xfrm>
          <a:prstGeom prst="line">
            <a:avLst/>
          </a:prstGeom>
          <a:noFill/>
          <a:ln w="22225">
            <a:solidFill>
              <a:srgbClr val="8C97A8"/>
            </a:solidFill>
            <a:prstDash val="solid"/>
          </a:ln>
        </p:spPr>
      </p:sp>
      <p:sp>
        <p:nvSpPr>
          <p:cNvPr id="100" name="Shape 98"/>
          <p:cNvSpPr/>
          <p:nvPr/>
        </p:nvSpPr>
        <p:spPr>
          <a:xfrm>
            <a:off x="4160520" y="4343400"/>
            <a:ext cx="1691640" cy="594360"/>
          </a:xfrm>
          <a:prstGeom prst="roundRect">
            <a:avLst>
              <a:gd name="adj" fmla="val 9231"/>
            </a:avLst>
          </a:prstGeom>
          <a:solidFill>
            <a:srgbClr val="1F9E9E"/>
          </a:solidFill>
          <a:ln/>
          <a:effectLst>
            <a:outerShdw blurRad="38100" dist="25400" dir="5400000" algn="bl" rotWithShape="0">
              <a:srgbClr val="000000">
                <a:alpha val="16000"/>
              </a:srgbClr>
            </a:outerShdw>
          </a:effectLst>
        </p:spPr>
      </p:sp>
      <p:sp>
        <p:nvSpPr>
          <p:cNvPr id="101" name="Text 99"/>
          <p:cNvSpPr/>
          <p:nvPr/>
        </p:nvSpPr>
        <p:spPr>
          <a:xfrm>
            <a:off x="4160520" y="4343400"/>
            <a:ext cx="1691640" cy="59436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LP Detection</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CNN</a:t>
            </a:r>
            <a:endParaRPr lang="en-US" sz="850" dirty="0"/>
          </a:p>
        </p:txBody>
      </p:sp>
      <p:sp>
        <p:nvSpPr>
          <p:cNvPr id="102" name="Shape 100"/>
          <p:cNvSpPr/>
          <p:nvPr/>
        </p:nvSpPr>
        <p:spPr>
          <a:xfrm>
            <a:off x="5852160" y="4640580"/>
            <a:ext cx="228600" cy="9144"/>
          </a:xfrm>
          <a:prstGeom prst="line">
            <a:avLst/>
          </a:prstGeom>
          <a:noFill/>
          <a:ln w="22225">
            <a:solidFill>
              <a:srgbClr val="8C97A8"/>
            </a:solidFill>
            <a:prstDash val="solid"/>
          </a:ln>
        </p:spPr>
      </p:sp>
      <p:sp>
        <p:nvSpPr>
          <p:cNvPr id="103" name="Shape 101"/>
          <p:cNvSpPr/>
          <p:nvPr/>
        </p:nvSpPr>
        <p:spPr>
          <a:xfrm>
            <a:off x="6126480" y="4343400"/>
            <a:ext cx="1737360" cy="594360"/>
          </a:xfrm>
          <a:prstGeom prst="roundRect">
            <a:avLst>
              <a:gd name="adj" fmla="val 9231"/>
            </a:avLst>
          </a:prstGeom>
          <a:solidFill>
            <a:srgbClr val="6FC7C7"/>
          </a:solidFill>
          <a:ln/>
          <a:effectLst>
            <a:outerShdw blurRad="38100" dist="25400" dir="5400000" algn="bl" rotWithShape="0">
              <a:srgbClr val="000000">
                <a:alpha val="16000"/>
              </a:srgbClr>
            </a:outerShdw>
          </a:effectLst>
        </p:spPr>
      </p:sp>
      <p:sp>
        <p:nvSpPr>
          <p:cNvPr id="104" name="Text 102"/>
          <p:cNvSpPr/>
          <p:nvPr/>
        </p:nvSpPr>
        <p:spPr>
          <a:xfrm>
            <a:off x="6126480" y="4343400"/>
            <a:ext cx="1737360" cy="594360"/>
          </a:xfrm>
          <a:prstGeom prst="rect">
            <a:avLst/>
          </a:prstGeom>
          <a:noFill/>
          <a:ln/>
        </p:spPr>
        <p:txBody>
          <a:bodyPr wrap="square" rtlCol="0" anchor="ctr"/>
          <a:lstStyle/>
          <a:p>
            <a:pPr marL="0" indent="0" algn="ctr">
              <a:buNone/>
            </a:pPr>
            <a:r>
              <a:rPr lang="en-US" sz="850" b="1" dirty="0">
                <a:solidFill>
                  <a:srgbClr val="1B2A4A"/>
                </a:solidFill>
                <a:latin typeface="Calibri" pitchFamily="34" charset="0"/>
                <a:ea typeface="Calibri" pitchFamily="34" charset="-122"/>
                <a:cs typeface="Calibri" pitchFamily="34" charset="-120"/>
              </a:rPr>
              <a:t>LP Detection</a:t>
            </a:r>
            <a:endParaRPr lang="en-US" sz="850" dirty="0"/>
          </a:p>
          <a:p>
            <a:pPr marL="0" indent="0" algn="ctr">
              <a:buNone/>
            </a:pPr>
            <a:r>
              <a:rPr lang="en-US" sz="850" b="1" dirty="0">
                <a:solidFill>
                  <a:srgbClr val="1B2A4A"/>
                </a:solidFill>
                <a:latin typeface="Calibri" pitchFamily="34" charset="0"/>
                <a:ea typeface="Calibri" pitchFamily="34" charset="-122"/>
                <a:cs typeface="Calibri" pitchFamily="34" charset="-120"/>
              </a:rPr>
              <a:t>Model</a:t>
            </a:r>
            <a:endParaRPr lang="en-US" sz="850" dirty="0"/>
          </a:p>
        </p:txBody>
      </p:sp>
      <p:sp>
        <p:nvSpPr>
          <p:cNvPr id="105" name="Shape 103"/>
          <p:cNvSpPr/>
          <p:nvPr/>
        </p:nvSpPr>
        <p:spPr>
          <a:xfrm>
            <a:off x="4160520" y="5074920"/>
            <a:ext cx="1691640" cy="594360"/>
          </a:xfrm>
          <a:prstGeom prst="roundRect">
            <a:avLst>
              <a:gd name="adj" fmla="val 9231"/>
            </a:avLst>
          </a:prstGeom>
          <a:solidFill>
            <a:srgbClr val="E8871E"/>
          </a:solidFill>
          <a:ln/>
          <a:effectLst>
            <a:outerShdw blurRad="38100" dist="25400" dir="5400000" algn="bl" rotWithShape="0">
              <a:srgbClr val="000000">
                <a:alpha val="16000"/>
              </a:srgbClr>
            </a:outerShdw>
          </a:effectLst>
        </p:spPr>
      </p:sp>
      <p:sp>
        <p:nvSpPr>
          <p:cNvPr id="106" name="Text 104"/>
          <p:cNvSpPr/>
          <p:nvPr/>
        </p:nvSpPr>
        <p:spPr>
          <a:xfrm>
            <a:off x="4160520" y="5074920"/>
            <a:ext cx="1691640" cy="5943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Character</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Recognition CNN</a:t>
            </a:r>
            <a:endParaRPr lang="en-US" sz="800" dirty="0"/>
          </a:p>
        </p:txBody>
      </p:sp>
      <p:sp>
        <p:nvSpPr>
          <p:cNvPr id="107" name="Shape 105"/>
          <p:cNvSpPr/>
          <p:nvPr/>
        </p:nvSpPr>
        <p:spPr>
          <a:xfrm>
            <a:off x="5852160" y="5372100"/>
            <a:ext cx="228600" cy="9144"/>
          </a:xfrm>
          <a:prstGeom prst="line">
            <a:avLst/>
          </a:prstGeom>
          <a:noFill/>
          <a:ln w="22225">
            <a:solidFill>
              <a:srgbClr val="8C97A8"/>
            </a:solidFill>
            <a:prstDash val="solid"/>
          </a:ln>
        </p:spPr>
      </p:sp>
      <p:sp>
        <p:nvSpPr>
          <p:cNvPr id="108" name="Shape 106"/>
          <p:cNvSpPr/>
          <p:nvPr/>
        </p:nvSpPr>
        <p:spPr>
          <a:xfrm>
            <a:off x="6126480" y="5074920"/>
            <a:ext cx="1737360" cy="594360"/>
          </a:xfrm>
          <a:prstGeom prst="roundRect">
            <a:avLst>
              <a:gd name="adj" fmla="val 9231"/>
            </a:avLst>
          </a:prstGeom>
          <a:solidFill>
            <a:srgbClr val="F5B45E"/>
          </a:solidFill>
          <a:ln/>
          <a:effectLst>
            <a:outerShdw blurRad="38100" dist="25400" dir="5400000" algn="bl" rotWithShape="0">
              <a:srgbClr val="000000">
                <a:alpha val="16000"/>
              </a:srgbClr>
            </a:outerShdw>
          </a:effectLst>
        </p:spPr>
      </p:sp>
      <p:sp>
        <p:nvSpPr>
          <p:cNvPr id="109" name="Text 107"/>
          <p:cNvSpPr/>
          <p:nvPr/>
        </p:nvSpPr>
        <p:spPr>
          <a:xfrm>
            <a:off x="6126480" y="5074920"/>
            <a:ext cx="1737360" cy="594360"/>
          </a:xfrm>
          <a:prstGeom prst="rect">
            <a:avLst/>
          </a:prstGeom>
          <a:noFill/>
          <a:ln/>
        </p:spPr>
        <p:txBody>
          <a:bodyPr wrap="square" rtlCol="0" anchor="ctr"/>
          <a:lstStyle/>
          <a:p>
            <a:pPr marL="0" indent="0" algn="ctr">
              <a:buNone/>
            </a:pPr>
            <a:r>
              <a:rPr lang="en-US" sz="800" b="1" dirty="0">
                <a:solidFill>
                  <a:srgbClr val="1B2A4A"/>
                </a:solidFill>
                <a:latin typeface="Calibri" pitchFamily="34" charset="0"/>
                <a:ea typeface="Calibri" pitchFamily="34" charset="-122"/>
                <a:cs typeface="Calibri" pitchFamily="34" charset="-120"/>
              </a:rPr>
              <a:t>Character</a:t>
            </a:r>
            <a:endParaRPr lang="en-US" sz="800" dirty="0"/>
          </a:p>
          <a:p>
            <a:pPr marL="0" indent="0" algn="ctr">
              <a:buNone/>
            </a:pPr>
            <a:r>
              <a:rPr lang="en-US" sz="800" b="1" dirty="0">
                <a:solidFill>
                  <a:srgbClr val="1B2A4A"/>
                </a:solidFill>
                <a:latin typeface="Calibri" pitchFamily="34" charset="0"/>
                <a:ea typeface="Calibri" pitchFamily="34" charset="-122"/>
                <a:cs typeface="Calibri" pitchFamily="34" charset="-120"/>
              </a:rPr>
              <a:t>Recognition Model</a:t>
            </a:r>
            <a:endParaRPr lang="en-US" sz="800" dirty="0"/>
          </a:p>
        </p:txBody>
      </p:sp>
      <p:sp>
        <p:nvSpPr>
          <p:cNvPr id="110" name="Text 108"/>
          <p:cNvSpPr/>
          <p:nvPr/>
        </p:nvSpPr>
        <p:spPr>
          <a:xfrm>
            <a:off x="8001000" y="4160520"/>
            <a:ext cx="3703320" cy="201168"/>
          </a:xfrm>
          <a:prstGeom prst="rect">
            <a:avLst/>
          </a:prstGeom>
          <a:noFill/>
          <a:ln/>
        </p:spPr>
        <p:txBody>
          <a:bodyPr wrap="square" lIns="0" tIns="0" rIns="0" bIns="0" rtlCol="0" anchor="ctr"/>
          <a:lstStyle/>
          <a:p>
            <a:pPr marL="0" indent="0" algn="l">
              <a:buNone/>
            </a:pPr>
            <a:r>
              <a:rPr lang="en-US" sz="800" i="1" dirty="0">
                <a:solidFill>
                  <a:srgbClr val="3A3A3A"/>
                </a:solidFill>
                <a:latin typeface="Calibri" pitchFamily="34" charset="0"/>
                <a:ea typeface="Calibri" pitchFamily="34" charset="-122"/>
                <a:cs typeface="Calibri" pitchFamily="34" charset="-120"/>
              </a:rPr>
              <a:t>Testing: detect → recognize → group by frequency → result</a:t>
            </a:r>
            <a:endParaRPr lang="en-US" sz="800" dirty="0"/>
          </a:p>
        </p:txBody>
      </p:sp>
      <p:sp>
        <p:nvSpPr>
          <p:cNvPr id="111" name="Shape 109"/>
          <p:cNvSpPr/>
          <p:nvPr/>
        </p:nvSpPr>
        <p:spPr>
          <a:xfrm>
            <a:off x="8001000" y="4526280"/>
            <a:ext cx="841248" cy="713232"/>
          </a:xfrm>
          <a:prstGeom prst="roundRect">
            <a:avLst>
              <a:gd name="adj" fmla="val 7692"/>
            </a:avLst>
          </a:prstGeom>
          <a:solidFill>
            <a:srgbClr val="FFFFFF"/>
          </a:solidFill>
          <a:ln/>
          <a:effectLst>
            <a:outerShdw blurRad="38100" dist="25400" dir="5400000" algn="bl" rotWithShape="0">
              <a:srgbClr val="000000">
                <a:alpha val="16000"/>
              </a:srgbClr>
            </a:outerShdw>
          </a:effectLst>
        </p:spPr>
      </p:sp>
      <p:sp>
        <p:nvSpPr>
          <p:cNvPr id="112" name="Text 110"/>
          <p:cNvSpPr/>
          <p:nvPr/>
        </p:nvSpPr>
        <p:spPr>
          <a:xfrm>
            <a:off x="8001000" y="4526280"/>
            <a:ext cx="841248" cy="713232"/>
          </a:xfrm>
          <a:prstGeom prst="rect">
            <a:avLst/>
          </a:prstGeom>
          <a:noFill/>
          <a:ln/>
        </p:spPr>
        <p:txBody>
          <a:bodyPr wrap="square" rtlCol="0" anchor="ctr"/>
          <a:lstStyle/>
          <a:p>
            <a:pPr marL="0" indent="0" algn="ctr">
              <a:buNone/>
            </a:pPr>
            <a:r>
              <a:rPr lang="en-US" sz="720" dirty="0">
                <a:solidFill>
                  <a:srgbClr val="3A3A3A"/>
                </a:solidFill>
                <a:latin typeface="Calibri" pitchFamily="34" charset="0"/>
                <a:ea typeface="Calibri" pitchFamily="34" charset="-122"/>
                <a:cs typeface="Calibri" pitchFamily="34" charset="-120"/>
              </a:rPr>
              <a:t>Detected LP</a:t>
            </a:r>
            <a:endParaRPr lang="en-US" sz="720" dirty="0"/>
          </a:p>
          <a:p>
            <a:pPr marL="0" indent="0" algn="ctr">
              <a:buNone/>
            </a:pPr>
            <a:r>
              <a:rPr lang="en-US" sz="720" dirty="0">
                <a:solidFill>
                  <a:srgbClr val="3A3A3A"/>
                </a:solidFill>
                <a:latin typeface="Calibri" pitchFamily="34" charset="0"/>
                <a:ea typeface="Calibri" pitchFamily="34" charset="-122"/>
                <a:cs typeface="Calibri" pitchFamily="34" charset="-120"/>
              </a:rPr>
              <a:t>list</a:t>
            </a:r>
            <a:endParaRPr lang="en-US" sz="720" dirty="0"/>
          </a:p>
        </p:txBody>
      </p:sp>
      <p:sp>
        <p:nvSpPr>
          <p:cNvPr id="113" name="Shape 111"/>
          <p:cNvSpPr/>
          <p:nvPr/>
        </p:nvSpPr>
        <p:spPr>
          <a:xfrm>
            <a:off x="8842248" y="4882896"/>
            <a:ext cx="118872" cy="9144"/>
          </a:xfrm>
          <a:prstGeom prst="line">
            <a:avLst/>
          </a:prstGeom>
          <a:noFill/>
          <a:ln w="22225">
            <a:solidFill>
              <a:srgbClr val="8C97A8"/>
            </a:solidFill>
            <a:prstDash val="solid"/>
          </a:ln>
        </p:spPr>
      </p:sp>
      <p:sp>
        <p:nvSpPr>
          <p:cNvPr id="114" name="Shape 112"/>
          <p:cNvSpPr/>
          <p:nvPr/>
        </p:nvSpPr>
        <p:spPr>
          <a:xfrm>
            <a:off x="9006840" y="4526280"/>
            <a:ext cx="841248" cy="713232"/>
          </a:xfrm>
          <a:prstGeom prst="roundRect">
            <a:avLst>
              <a:gd name="adj" fmla="val 7692"/>
            </a:avLst>
          </a:prstGeom>
          <a:solidFill>
            <a:srgbClr val="FFFFFF"/>
          </a:solidFill>
          <a:ln/>
          <a:effectLst>
            <a:outerShdw blurRad="38100" dist="25400" dir="5400000" algn="bl" rotWithShape="0">
              <a:srgbClr val="000000">
                <a:alpha val="16000"/>
              </a:srgbClr>
            </a:outerShdw>
          </a:effectLst>
        </p:spPr>
      </p:sp>
      <p:sp>
        <p:nvSpPr>
          <p:cNvPr id="115" name="Text 113"/>
          <p:cNvSpPr/>
          <p:nvPr/>
        </p:nvSpPr>
        <p:spPr>
          <a:xfrm>
            <a:off x="9006840" y="4526280"/>
            <a:ext cx="841248" cy="713232"/>
          </a:xfrm>
          <a:prstGeom prst="rect">
            <a:avLst/>
          </a:prstGeom>
          <a:noFill/>
          <a:ln/>
        </p:spPr>
        <p:txBody>
          <a:bodyPr wrap="square" rtlCol="0" anchor="ctr"/>
          <a:lstStyle/>
          <a:p>
            <a:pPr marL="0" indent="0" algn="ctr">
              <a:buNone/>
            </a:pPr>
            <a:r>
              <a:rPr lang="en-US" sz="720" dirty="0">
                <a:solidFill>
                  <a:srgbClr val="3A3A3A"/>
                </a:solidFill>
                <a:latin typeface="Calibri" pitchFamily="34" charset="0"/>
                <a:ea typeface="Calibri" pitchFamily="34" charset="-122"/>
                <a:cs typeface="Calibri" pitchFamily="34" charset="-120"/>
              </a:rPr>
              <a:t>Recognized LP</a:t>
            </a:r>
            <a:endParaRPr lang="en-US" sz="720" dirty="0"/>
          </a:p>
          <a:p>
            <a:pPr marL="0" indent="0" algn="ctr">
              <a:buNone/>
            </a:pPr>
            <a:r>
              <a:rPr lang="en-US" sz="720" dirty="0">
                <a:solidFill>
                  <a:srgbClr val="3A3A3A"/>
                </a:solidFill>
                <a:latin typeface="Calibri" pitchFamily="34" charset="0"/>
                <a:ea typeface="Calibri" pitchFamily="34" charset="-122"/>
                <a:cs typeface="Calibri" pitchFamily="34" charset="-120"/>
              </a:rPr>
              <a:t>+ frequency</a:t>
            </a:r>
            <a:endParaRPr lang="en-US" sz="720" dirty="0"/>
          </a:p>
        </p:txBody>
      </p:sp>
      <p:sp>
        <p:nvSpPr>
          <p:cNvPr id="116" name="Shape 114"/>
          <p:cNvSpPr/>
          <p:nvPr/>
        </p:nvSpPr>
        <p:spPr>
          <a:xfrm>
            <a:off x="9848088" y="4882896"/>
            <a:ext cx="118872" cy="9144"/>
          </a:xfrm>
          <a:prstGeom prst="line">
            <a:avLst/>
          </a:prstGeom>
          <a:noFill/>
          <a:ln w="22225">
            <a:solidFill>
              <a:srgbClr val="8C97A8"/>
            </a:solidFill>
            <a:prstDash val="solid"/>
          </a:ln>
        </p:spPr>
      </p:sp>
      <p:sp>
        <p:nvSpPr>
          <p:cNvPr id="117" name="Shape 115"/>
          <p:cNvSpPr/>
          <p:nvPr/>
        </p:nvSpPr>
        <p:spPr>
          <a:xfrm>
            <a:off x="10012680" y="4526280"/>
            <a:ext cx="841248" cy="713232"/>
          </a:xfrm>
          <a:prstGeom prst="roundRect">
            <a:avLst>
              <a:gd name="adj" fmla="val 7692"/>
            </a:avLst>
          </a:prstGeom>
          <a:solidFill>
            <a:srgbClr val="FFFFFF"/>
          </a:solidFill>
          <a:ln/>
          <a:effectLst>
            <a:outerShdw blurRad="38100" dist="25400" dir="5400000" algn="bl" rotWithShape="0">
              <a:srgbClr val="000000">
                <a:alpha val="16000"/>
              </a:srgbClr>
            </a:outerShdw>
          </a:effectLst>
        </p:spPr>
      </p:sp>
      <p:sp>
        <p:nvSpPr>
          <p:cNvPr id="118" name="Text 116"/>
          <p:cNvSpPr/>
          <p:nvPr/>
        </p:nvSpPr>
        <p:spPr>
          <a:xfrm>
            <a:off x="10012680" y="4526280"/>
            <a:ext cx="841248" cy="713232"/>
          </a:xfrm>
          <a:prstGeom prst="rect">
            <a:avLst/>
          </a:prstGeom>
          <a:noFill/>
          <a:ln/>
        </p:spPr>
        <p:txBody>
          <a:bodyPr wrap="square" rtlCol="0" anchor="ctr"/>
          <a:lstStyle/>
          <a:p>
            <a:pPr marL="0" indent="0" algn="ctr">
              <a:buNone/>
            </a:pPr>
            <a:r>
              <a:rPr lang="en-US" sz="720" dirty="0">
                <a:solidFill>
                  <a:srgbClr val="3A3A3A"/>
                </a:solidFill>
                <a:latin typeface="Calibri" pitchFamily="34" charset="0"/>
                <a:ea typeface="Calibri" pitchFamily="34" charset="-122"/>
                <a:cs typeface="Calibri" pitchFamily="34" charset="-120"/>
              </a:rPr>
              <a:t>Group similar</a:t>
            </a:r>
            <a:endParaRPr lang="en-US" sz="720" dirty="0"/>
          </a:p>
          <a:p>
            <a:pPr marL="0" indent="0" algn="ctr">
              <a:buNone/>
            </a:pPr>
            <a:r>
              <a:rPr lang="en-US" sz="720" dirty="0">
                <a:solidFill>
                  <a:srgbClr val="3A3A3A"/>
                </a:solidFill>
                <a:latin typeface="Calibri" pitchFamily="34" charset="0"/>
                <a:ea typeface="Calibri" pitchFamily="34" charset="-122"/>
                <a:cs typeface="Calibri" pitchFamily="34" charset="-120"/>
              </a:rPr>
              <a:t>reads</a:t>
            </a:r>
            <a:endParaRPr lang="en-US" sz="720" dirty="0"/>
          </a:p>
        </p:txBody>
      </p:sp>
      <p:sp>
        <p:nvSpPr>
          <p:cNvPr id="119" name="Shape 117"/>
          <p:cNvSpPr/>
          <p:nvPr/>
        </p:nvSpPr>
        <p:spPr>
          <a:xfrm>
            <a:off x="10853928" y="4882896"/>
            <a:ext cx="118872" cy="9144"/>
          </a:xfrm>
          <a:prstGeom prst="line">
            <a:avLst/>
          </a:prstGeom>
          <a:noFill/>
          <a:ln w="22225">
            <a:solidFill>
              <a:srgbClr val="8C97A8"/>
            </a:solidFill>
            <a:prstDash val="solid"/>
          </a:ln>
        </p:spPr>
      </p:sp>
      <p:sp>
        <p:nvSpPr>
          <p:cNvPr id="120" name="Shape 118"/>
          <p:cNvSpPr/>
          <p:nvPr/>
        </p:nvSpPr>
        <p:spPr>
          <a:xfrm>
            <a:off x="11018520" y="4526280"/>
            <a:ext cx="804672" cy="713232"/>
          </a:xfrm>
          <a:prstGeom prst="roundRect">
            <a:avLst>
              <a:gd name="adj" fmla="val 7692"/>
            </a:avLst>
          </a:prstGeom>
          <a:solidFill>
            <a:srgbClr val="E8871E"/>
          </a:solidFill>
          <a:ln/>
          <a:effectLst>
            <a:outerShdw blurRad="38100" dist="25400" dir="5400000" algn="bl" rotWithShape="0">
              <a:srgbClr val="000000">
                <a:alpha val="16000"/>
              </a:srgbClr>
            </a:outerShdw>
          </a:effectLst>
        </p:spPr>
      </p:sp>
      <p:sp>
        <p:nvSpPr>
          <p:cNvPr id="121" name="Text 119"/>
          <p:cNvSpPr/>
          <p:nvPr/>
        </p:nvSpPr>
        <p:spPr>
          <a:xfrm>
            <a:off x="11018520" y="4526280"/>
            <a:ext cx="804672" cy="7132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Final</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Result</a:t>
            </a:r>
            <a:endParaRPr lang="en-US" sz="850" dirty="0"/>
          </a:p>
        </p:txBody>
      </p:sp>
      <p:pic>
        <p:nvPicPr>
          <p:cNvPr id="125" name="Picture 124">
            <a:extLst>
              <a:ext uri="{FF2B5EF4-FFF2-40B4-BE49-F238E27FC236}">
                <a16:creationId xmlns:a16="http://schemas.microsoft.com/office/drawing/2014/main" id="{72498D86-8C41-D559-3CA2-554D70C8A29C}"/>
              </a:ext>
            </a:extLst>
          </p:cNvPr>
          <p:cNvPicPr>
            <a:picLocks noChangeAspect="1"/>
          </p:cNvPicPr>
          <p:nvPr/>
        </p:nvPicPr>
        <p:blipFill>
          <a:blip r:embed="rId3"/>
          <a:stretch>
            <a:fillRect/>
          </a:stretch>
        </p:blipFill>
        <p:spPr>
          <a:xfrm>
            <a:off x="4828824" y="1952244"/>
            <a:ext cx="1343376" cy="347472"/>
          </a:xfrm>
          <a:prstGeom prst="rect">
            <a:avLst/>
          </a:prstGeom>
        </p:spPr>
      </p:pic>
      <p:pic>
        <p:nvPicPr>
          <p:cNvPr id="127" name="Picture 126">
            <a:extLst>
              <a:ext uri="{FF2B5EF4-FFF2-40B4-BE49-F238E27FC236}">
                <a16:creationId xmlns:a16="http://schemas.microsoft.com/office/drawing/2014/main" id="{CF4B6936-0D90-E37A-E646-6636D28D3CA7}"/>
              </a:ext>
            </a:extLst>
          </p:cNvPr>
          <p:cNvPicPr>
            <a:picLocks noChangeAspect="1"/>
          </p:cNvPicPr>
          <p:nvPr/>
        </p:nvPicPr>
        <p:blipFill>
          <a:blip r:embed="rId3"/>
          <a:stretch>
            <a:fillRect/>
          </a:stretch>
        </p:blipFill>
        <p:spPr>
          <a:xfrm>
            <a:off x="9126504" y="1921886"/>
            <a:ext cx="1343376"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2BB9D1-13A4-A261-4086-4BE9619ACC63}"/>
              </a:ext>
            </a:extLst>
          </p:cNvPr>
          <p:cNvSpPr txBox="1"/>
          <p:nvPr/>
        </p:nvSpPr>
        <p:spPr>
          <a:xfrm>
            <a:off x="1186219" y="938135"/>
            <a:ext cx="9549442" cy="5632311"/>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	The </a:t>
            </a:r>
            <a:r>
              <a:rPr lang="en-IN" sz="2400" b="1" dirty="0">
                <a:latin typeface="Times New Roman" panose="02020603050405020304" pitchFamily="18" charset="0"/>
                <a:cs typeface="Times New Roman" panose="02020603050405020304" pitchFamily="18" charset="0"/>
              </a:rPr>
              <a:t>Automatic License Plate Recognition (ALPR)</a:t>
            </a:r>
            <a:r>
              <a:rPr lang="en-IN" sz="2400" dirty="0">
                <a:latin typeface="Times New Roman" panose="02020603050405020304" pitchFamily="18" charset="0"/>
                <a:cs typeface="Times New Roman" panose="02020603050405020304" pitchFamily="18" charset="0"/>
              </a:rPr>
              <a:t> system is designed to automatically detect and recognize vehicle license plates from images or video frames. The process begins by capturing an input frame from a camera. A </a:t>
            </a:r>
            <a:r>
              <a:rPr lang="en-IN" sz="2400" b="1" dirty="0">
                <a:latin typeface="Times New Roman" panose="02020603050405020304" pitchFamily="18" charset="0"/>
                <a:cs typeface="Times New Roman" panose="02020603050405020304" pitchFamily="18" charset="0"/>
              </a:rPr>
              <a:t>Detection Network</a:t>
            </a:r>
            <a:r>
              <a:rPr lang="en-IN" sz="2400" dirty="0">
                <a:latin typeface="Times New Roman" panose="02020603050405020304" pitchFamily="18" charset="0"/>
                <a:cs typeface="Times New Roman" panose="02020603050405020304" pitchFamily="18" charset="0"/>
              </a:rPr>
              <a:t> based on a Convolutional Neural Network (CNN) identifies the license plate region, even under challenging conditions such as different viewing angles, rain, or low light. The detected plate is then passed to the </a:t>
            </a:r>
            <a:r>
              <a:rPr lang="en-IN" sz="2400" b="1" dirty="0">
                <a:latin typeface="Times New Roman" panose="02020603050405020304" pitchFamily="18" charset="0"/>
                <a:cs typeface="Times New Roman" panose="02020603050405020304" pitchFamily="18" charset="0"/>
              </a:rPr>
              <a:t>Recognition Network</a:t>
            </a:r>
            <a:r>
              <a:rPr lang="en-IN" sz="2400" dirty="0">
                <a:latin typeface="Times New Roman" panose="02020603050405020304" pitchFamily="18" charset="0"/>
                <a:cs typeface="Times New Roman" panose="02020603050405020304" pitchFamily="18" charset="0"/>
              </a:rPr>
              <a:t>, where feature extraction, attention mechanisms, and a classifier recognize each character on the plate and convert it into text (e.g., </a:t>
            </a:r>
            <a:r>
              <a:rPr lang="en-IN" sz="2400" b="1" dirty="0">
                <a:latin typeface="Times New Roman" panose="02020603050405020304" pitchFamily="18" charset="0"/>
                <a:cs typeface="Times New Roman" panose="02020603050405020304" pitchFamily="18" charset="0"/>
              </a:rPr>
              <a:t>AB 01C 1234</a:t>
            </a:r>
            <a:r>
              <a:rPr lang="en-IN" sz="2400" dirty="0">
                <a:latin typeface="Times New Roman" panose="02020603050405020304" pitchFamily="18" charset="0"/>
                <a:cs typeface="Times New Roman" panose="02020603050405020304" pitchFamily="18" charset="0"/>
              </a:rPr>
              <a:t>). During training, the model uses a diverse dataset containing daytime, nighttime, and angled images to improve accuracy and robustness. Finally, multiple recognition results are grouped using frequency analysis to eliminate errors and determine the most reliable license plate number. This pipeline provides fast, accurate, and real-time vehicle identification for applications such as traffic monitoring, parking management, toll collection, and security surveillance.</a:t>
            </a:r>
          </a:p>
        </p:txBody>
      </p:sp>
      <p:sp>
        <p:nvSpPr>
          <p:cNvPr id="5" name="TextBox 4">
            <a:extLst>
              <a:ext uri="{FF2B5EF4-FFF2-40B4-BE49-F238E27FC236}">
                <a16:creationId xmlns:a16="http://schemas.microsoft.com/office/drawing/2014/main" id="{E3932C59-5F31-9B03-07CB-6DE1CF0D3C36}"/>
              </a:ext>
            </a:extLst>
          </p:cNvPr>
          <p:cNvSpPr txBox="1"/>
          <p:nvPr/>
        </p:nvSpPr>
        <p:spPr>
          <a:xfrm>
            <a:off x="545621" y="287554"/>
            <a:ext cx="6094562" cy="477054"/>
          </a:xfrm>
          <a:prstGeom prst="rect">
            <a:avLst/>
          </a:prstGeom>
          <a:noFill/>
        </p:spPr>
        <p:txBody>
          <a:bodyPr wrap="square">
            <a:spAutoFit/>
          </a:bodyPr>
          <a:lstStyle/>
          <a:p>
            <a:pPr marL="0" indent="0">
              <a:buNone/>
            </a:pPr>
            <a:r>
              <a:rPr lang="en-US" sz="2500" b="1" dirty="0">
                <a:solidFill>
                  <a:srgbClr val="1B2A4A"/>
                </a:solidFill>
                <a:latin typeface="Calibri" pitchFamily="34" charset="0"/>
                <a:ea typeface="Calibri" pitchFamily="34" charset="-122"/>
                <a:cs typeface="Calibri" pitchFamily="34" charset="-120"/>
              </a:rPr>
              <a:t>Automatic License Plate Recognition :</a:t>
            </a:r>
            <a:endParaRPr lang="en-US" sz="2500" dirty="0"/>
          </a:p>
        </p:txBody>
      </p:sp>
    </p:spTree>
    <p:extLst>
      <p:ext uri="{BB962C8B-B14F-4D97-AF65-F5344CB8AC3E}">
        <p14:creationId xmlns:p14="http://schemas.microsoft.com/office/powerpoint/2010/main" val="3632651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TotalTime>
  <Words>283</Words>
  <Application>Microsoft Office PowerPoint</Application>
  <PresentationFormat>Widescreen</PresentationFormat>
  <Paragraphs>39</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Times New Roman</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Roshan .M</cp:lastModifiedBy>
  <cp:revision>1</cp:revision>
  <dcterms:created xsi:type="dcterms:W3CDTF">2026-07-14T04:23:11Z</dcterms:created>
  <dcterms:modified xsi:type="dcterms:W3CDTF">2026-07-21T08:29:20Z</dcterms:modified>
</cp:coreProperties>
</file>