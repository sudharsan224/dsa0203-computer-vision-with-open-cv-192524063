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4" r:id="rId6"/>
    <p:sldId id="263" r:id="rId7"/>
    <p:sldId id="277" r:id="rId8"/>
    <p:sldId id="279" r:id="rId9"/>
    <p:sldId id="276" r:id="rId10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8954" autoAdjust="0"/>
  </p:normalViewPr>
  <p:slideViewPr>
    <p:cSldViewPr snapToGrid="0" showGuides="1">
      <p:cViewPr varScale="1">
        <p:scale>
          <a:sx n="82" d="100"/>
          <a:sy n="82" d="100"/>
        </p:scale>
        <p:origin x="499" y="72"/>
      </p:cViewPr>
      <p:guideLst>
        <p:guide orient="horz" pos="2122"/>
        <p:guide pos="3813"/>
      </p:guideLst>
    </p:cSldViewPr>
  </p:slideViewPr>
  <p:outlineViewPr>
    <p:cViewPr>
      <p:scale>
        <a:sx n="33" d="100"/>
        <a:sy n="33" d="100"/>
      </p:scale>
      <p:origin x="44" y="678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866" y="2737318"/>
            <a:ext cx="10284267" cy="183123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Estimation for Sign-Language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Compression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DSA0203-computer Vision With Open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313" y="5137685"/>
            <a:ext cx="3517641" cy="1625403"/>
          </a:xfrm>
        </p:spPr>
        <p:txBody>
          <a:bodyPr>
            <a:noAutofit/>
          </a:bodyPr>
          <a:lstStyle/>
          <a:p>
            <a:pPr algn="l"/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Sudharsan.D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-(192524063)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90182" y="5225928"/>
            <a:ext cx="4519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 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Narenthirakumar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88;p1" descr="Picture 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51141"/>
            <a:ext cx="12192000" cy="1380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24910" y="2087172"/>
            <a:ext cx="107539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Motion Estimation in Sign-Language Video?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estimation predicts hand, arm, and facial motion between video frames.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sign-language video, hands and face move fast and carry all the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linguistic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meaning.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codecs treat every region equally, hurting sign clarity.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motion accurately in high-motion signing regions.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compression efficiency while preserving sign intelligibility.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</a:t>
            </a:r>
            <a:endParaRPr lang="en-US" altLang="en-US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790770" y="1894114"/>
            <a:ext cx="83718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-language video has fast hand motion, self-occlusion, and low-texture skin regions.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motion estimation makes it difficult to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preserve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 hand shapes, facial expression, and gesture boundaries.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 hand-shape and facial detail.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motion despite hand occlusion and blur.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over-compressing signing regions.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453" y="1894114"/>
            <a:ext cx="3129556" cy="44786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302397" y="1668465"/>
            <a:ext cx="688054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sign-language video.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hand, arm, face (ROI).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motion estimation.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techniques such as: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Matching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Flow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Model-Based ME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bits to ROI regions.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output quality.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Benefits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2283666" y="1870129"/>
            <a:ext cx="668305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bitrate at equal sign intelligibility.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Sharper hand-shape and facial detail.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gesture-boundary tracking.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sign-recognition accuracy.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relay services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Sign-language telehealth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sign calling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Deaf education platforms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conferencing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5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 altLang="en-US" sz="5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Picture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1042106" y="1663560"/>
            <a:ext cx="10232182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motion estimation is not built for sign-language video motion.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Region-of-interest-aware encoding improves clarity of hands and face.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like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Matching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Flow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Model-Based 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signing motion well.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Hand-shape and facial detail are preserved during encoding.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videos give more accurate sign-recognition results.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supports applications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relay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telehealth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communication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298" y="1741908"/>
            <a:ext cx="6718041" cy="3778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1953</Words>
  <Application>WPS Presentation</Application>
  <PresentationFormat>Widescreen</PresentationFormat>
  <Paragraphs>64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Calibri</vt:lpstr>
      <vt:lpstr>Office Theme</vt:lpstr>
      <vt:lpstr>Motion Estimation for Sign-Language Video Compression DSA0203-computer Vision With Open Cv</vt:lpstr>
      <vt:lpstr>INTRODUCTION</vt:lpstr>
      <vt:lpstr>Problem Statement</vt:lpstr>
      <vt:lpstr>Methodology</vt:lpstr>
      <vt:lpstr>Results and Benefits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“Corrosion Prevention of Iron Using Natural Green Inhibitors”</dc:title>
  <dc:creator>Admin</dc:creator>
  <cp:lastModifiedBy>SUDHARSAN</cp:lastModifiedBy>
  <cp:revision>140</cp:revision>
  <dcterms:created xsi:type="dcterms:W3CDTF">2026-06-22T02:32:00Z</dcterms:created>
  <dcterms:modified xsi:type="dcterms:W3CDTF">2026-08-22T09:19:14Z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1A3214840EF94FC2B4F166DF08C75BA7_13</vt:lpwstr>
  </property>
</Properties>
</file>